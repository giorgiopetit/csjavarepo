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nton"/>
      <p:regular r:id="rId26"/>
    </p:embeddedFont>
    <p:embeddedFont>
      <p:font typeface="Catamaran"/>
      <p:regular r:id="rId27"/>
      <p:bold r:id="rId28"/>
    </p:embeddedFont>
    <p:embeddedFont>
      <p:font typeface="Bebas Neue"/>
      <p:regular r:id="rId29"/>
    </p:embeddedFont>
    <p:embeddedFont>
      <p:font typeface="Lexen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822A1E-EE62-43D2-BB62-B2D6D24E9E2A}">
  <a:tblStyle styleId="{FA822A1E-EE62-43D2-BB62-B2D6D24E9E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nton-regular.fntdata"/><Relationship Id="rId25" Type="http://schemas.openxmlformats.org/officeDocument/2006/relationships/slide" Target="slides/slide20.xml"/><Relationship Id="rId28" Type="http://schemas.openxmlformats.org/officeDocument/2006/relationships/font" Target="fonts/Catamaran-bold.fntdata"/><Relationship Id="rId27" Type="http://schemas.openxmlformats.org/officeDocument/2006/relationships/font" Target="fonts/Catamaran-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ebasNeu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82023f337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782023f337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782023f337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782023f337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82023f337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782023f337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82023f337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82023f337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8372e295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8372e295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82023f33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82023f33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782023f33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782023f33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782023f33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782023f337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782023f33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782023f33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782023f33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782023f33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782023f33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782023f337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88f7c68e9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g388f7c68e93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78372e295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78372e295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782023f337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782023f337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 name="Google Shape;21;p2"/>
          <p:cNvGrpSpPr/>
          <p:nvPr/>
        </p:nvGrpSpPr>
        <p:grpSpPr>
          <a:xfrm flipH="1" rot="10800000">
            <a:off x="945475" y="3635250"/>
            <a:ext cx="2699775" cy="2633450"/>
            <a:chOff x="661125" y="2751225"/>
            <a:chExt cx="2699775" cy="2633450"/>
          </a:xfrm>
        </p:grpSpPr>
        <p:sp>
          <p:nvSpPr>
            <p:cNvPr id="22" name="Google Shape;22;p2"/>
            <p:cNvSpPr/>
            <p:nvPr/>
          </p:nvSpPr>
          <p:spPr>
            <a:xfrm>
              <a:off x="661125" y="2918175"/>
              <a:ext cx="78450" cy="888175"/>
            </a:xfrm>
            <a:custGeom>
              <a:rect b="b" l="l" r="r" t="t"/>
              <a:pathLst>
                <a:path extrusionOk="0" h="35527" w="3138">
                  <a:moveTo>
                    <a:pt x="1429" y="32996"/>
                  </a:moveTo>
                  <a:cubicBezTo>
                    <a:pt x="912" y="33169"/>
                    <a:pt x="534" y="33653"/>
                    <a:pt x="534" y="34228"/>
                  </a:cubicBezTo>
                  <a:cubicBezTo>
                    <a:pt x="534" y="34943"/>
                    <a:pt x="1117" y="35526"/>
                    <a:pt x="1840" y="35526"/>
                  </a:cubicBezTo>
                  <a:cubicBezTo>
                    <a:pt x="2555" y="35526"/>
                    <a:pt x="3138" y="34943"/>
                    <a:pt x="3138" y="34228"/>
                  </a:cubicBezTo>
                  <a:cubicBezTo>
                    <a:pt x="3138" y="33653"/>
                    <a:pt x="2768" y="33169"/>
                    <a:pt x="2243" y="32996"/>
                  </a:cubicBezTo>
                  <a:lnTo>
                    <a:pt x="2243" y="0"/>
                  </a:lnTo>
                  <a:lnTo>
                    <a:pt x="0" y="0"/>
                  </a:lnTo>
                  <a:lnTo>
                    <a:pt x="0" y="822"/>
                  </a:lnTo>
                  <a:lnTo>
                    <a:pt x="1429" y="822"/>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2366975" y="2751225"/>
              <a:ext cx="245625" cy="1823950"/>
            </a:xfrm>
            <a:custGeom>
              <a:rect b="b" l="l" r="r" t="t"/>
              <a:pathLst>
                <a:path extrusionOk="0" h="72958" w="9825">
                  <a:moveTo>
                    <a:pt x="822" y="0"/>
                  </a:moveTo>
                  <a:lnTo>
                    <a:pt x="1" y="0"/>
                  </a:lnTo>
                  <a:lnTo>
                    <a:pt x="1" y="13118"/>
                  </a:lnTo>
                  <a:lnTo>
                    <a:pt x="9003" y="22121"/>
                  </a:lnTo>
                  <a:lnTo>
                    <a:pt x="9003" y="49055"/>
                  </a:lnTo>
                  <a:lnTo>
                    <a:pt x="1627" y="56431"/>
                  </a:lnTo>
                  <a:lnTo>
                    <a:pt x="1627" y="70403"/>
                  </a:lnTo>
                  <a:cubicBezTo>
                    <a:pt x="1085" y="70559"/>
                    <a:pt x="682" y="71052"/>
                    <a:pt x="682" y="71652"/>
                  </a:cubicBezTo>
                  <a:cubicBezTo>
                    <a:pt x="682" y="72366"/>
                    <a:pt x="1266" y="72958"/>
                    <a:pt x="1988" y="72958"/>
                  </a:cubicBezTo>
                  <a:cubicBezTo>
                    <a:pt x="2711" y="72958"/>
                    <a:pt x="3294" y="72366"/>
                    <a:pt x="3294" y="71652"/>
                  </a:cubicBezTo>
                  <a:cubicBezTo>
                    <a:pt x="3294" y="71093"/>
                    <a:pt x="2941" y="70617"/>
                    <a:pt x="2440" y="70436"/>
                  </a:cubicBezTo>
                  <a:lnTo>
                    <a:pt x="2440" y="56768"/>
                  </a:lnTo>
                  <a:lnTo>
                    <a:pt x="9825" y="49392"/>
                  </a:lnTo>
                  <a:lnTo>
                    <a:pt x="9825" y="21784"/>
                  </a:lnTo>
                  <a:lnTo>
                    <a:pt x="822" y="12781"/>
                  </a:lnTo>
                  <a:lnTo>
                    <a:pt x="822" y="0"/>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2924300" y="2751225"/>
              <a:ext cx="264325" cy="2033625"/>
            </a:xfrm>
            <a:custGeom>
              <a:rect b="b" l="l" r="r" t="t"/>
              <a:pathLst>
                <a:path extrusionOk="0" h="81345" w="10573">
                  <a:moveTo>
                    <a:pt x="9751" y="23591"/>
                  </a:moveTo>
                  <a:lnTo>
                    <a:pt x="896" y="23591"/>
                  </a:lnTo>
                  <a:lnTo>
                    <a:pt x="896" y="78806"/>
                  </a:lnTo>
                  <a:cubicBezTo>
                    <a:pt x="370" y="78979"/>
                    <a:pt x="1" y="79463"/>
                    <a:pt x="1" y="80038"/>
                  </a:cubicBezTo>
                  <a:cubicBezTo>
                    <a:pt x="1" y="80753"/>
                    <a:pt x="584" y="81344"/>
                    <a:pt x="1298" y="81344"/>
                  </a:cubicBezTo>
                  <a:cubicBezTo>
                    <a:pt x="2021" y="81344"/>
                    <a:pt x="2605" y="80753"/>
                    <a:pt x="2605" y="80038"/>
                  </a:cubicBezTo>
                  <a:cubicBezTo>
                    <a:pt x="2605" y="79463"/>
                    <a:pt x="2227" y="78979"/>
                    <a:pt x="1709" y="78806"/>
                  </a:cubicBezTo>
                  <a:lnTo>
                    <a:pt x="1709" y="24404"/>
                  </a:lnTo>
                  <a:lnTo>
                    <a:pt x="10572" y="24404"/>
                  </a:lnTo>
                  <a:lnTo>
                    <a:pt x="10572" y="0"/>
                  </a:lnTo>
                  <a:lnTo>
                    <a:pt x="9751" y="0"/>
                  </a:ln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61125" y="4193000"/>
              <a:ext cx="136575" cy="1191675"/>
            </a:xfrm>
            <a:custGeom>
              <a:rect b="b" l="l" r="r" t="t"/>
              <a:pathLst>
                <a:path extrusionOk="0" h="47667" w="5463">
                  <a:moveTo>
                    <a:pt x="4567" y="45129"/>
                  </a:moveTo>
                  <a:lnTo>
                    <a:pt x="4567" y="0"/>
                  </a:lnTo>
                  <a:lnTo>
                    <a:pt x="0" y="0"/>
                  </a:lnTo>
                  <a:lnTo>
                    <a:pt x="0" y="822"/>
                  </a:lnTo>
                  <a:lnTo>
                    <a:pt x="3746" y="822"/>
                  </a:lnTo>
                  <a:lnTo>
                    <a:pt x="3746" y="45129"/>
                  </a:lnTo>
                  <a:cubicBezTo>
                    <a:pt x="3228" y="45301"/>
                    <a:pt x="2850" y="45786"/>
                    <a:pt x="2850" y="46361"/>
                  </a:cubicBezTo>
                  <a:cubicBezTo>
                    <a:pt x="2850" y="47084"/>
                    <a:pt x="3434" y="47667"/>
                    <a:pt x="4157" y="47667"/>
                  </a:cubicBezTo>
                  <a:cubicBezTo>
                    <a:pt x="4879" y="47667"/>
                    <a:pt x="5463" y="47084"/>
                    <a:pt x="5463" y="46361"/>
                  </a:cubicBezTo>
                  <a:cubicBezTo>
                    <a:pt x="5463" y="45786"/>
                    <a:pt x="5085" y="45301"/>
                    <a:pt x="4567" y="45129"/>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661125" y="4097725"/>
              <a:ext cx="210700" cy="779125"/>
            </a:xfrm>
            <a:custGeom>
              <a:rect b="b" l="l" r="r" t="t"/>
              <a:pathLst>
                <a:path extrusionOk="0" h="31165" w="8428">
                  <a:moveTo>
                    <a:pt x="7532" y="28626"/>
                  </a:moveTo>
                  <a:lnTo>
                    <a:pt x="7532" y="0"/>
                  </a:lnTo>
                  <a:lnTo>
                    <a:pt x="0" y="0"/>
                  </a:lnTo>
                  <a:lnTo>
                    <a:pt x="0" y="813"/>
                  </a:lnTo>
                  <a:lnTo>
                    <a:pt x="6711" y="813"/>
                  </a:lnTo>
                  <a:lnTo>
                    <a:pt x="6711" y="28626"/>
                  </a:lnTo>
                  <a:cubicBezTo>
                    <a:pt x="6194" y="28799"/>
                    <a:pt x="5816" y="29283"/>
                    <a:pt x="5816" y="29858"/>
                  </a:cubicBezTo>
                  <a:cubicBezTo>
                    <a:pt x="5816" y="30581"/>
                    <a:pt x="6399" y="31164"/>
                    <a:pt x="7122" y="31164"/>
                  </a:cubicBezTo>
                  <a:cubicBezTo>
                    <a:pt x="7845" y="31164"/>
                    <a:pt x="8428" y="30581"/>
                    <a:pt x="8428" y="29858"/>
                  </a:cubicBezTo>
                  <a:cubicBezTo>
                    <a:pt x="8428" y="29283"/>
                    <a:pt x="8050" y="28799"/>
                    <a:pt x="7532" y="28626"/>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61125" y="3995450"/>
              <a:ext cx="293250" cy="1116525"/>
            </a:xfrm>
            <a:custGeom>
              <a:rect b="b" l="l" r="r" t="t"/>
              <a:pathLst>
                <a:path extrusionOk="0" h="44661" w="11730">
                  <a:moveTo>
                    <a:pt x="10835" y="42122"/>
                  </a:moveTo>
                  <a:lnTo>
                    <a:pt x="10835" y="0"/>
                  </a:lnTo>
                  <a:lnTo>
                    <a:pt x="0" y="0"/>
                  </a:lnTo>
                  <a:lnTo>
                    <a:pt x="0" y="814"/>
                  </a:lnTo>
                  <a:lnTo>
                    <a:pt x="10021" y="814"/>
                  </a:lnTo>
                  <a:lnTo>
                    <a:pt x="10021" y="42122"/>
                  </a:lnTo>
                  <a:cubicBezTo>
                    <a:pt x="9496" y="42295"/>
                    <a:pt x="9126" y="42780"/>
                    <a:pt x="9126" y="43355"/>
                  </a:cubicBezTo>
                  <a:cubicBezTo>
                    <a:pt x="9126" y="44077"/>
                    <a:pt x="9709" y="44661"/>
                    <a:pt x="10424" y="44661"/>
                  </a:cubicBezTo>
                  <a:cubicBezTo>
                    <a:pt x="11147" y="44661"/>
                    <a:pt x="11730" y="44077"/>
                    <a:pt x="11730" y="43355"/>
                  </a:cubicBezTo>
                  <a:cubicBezTo>
                    <a:pt x="11730" y="42780"/>
                    <a:pt x="11352" y="42295"/>
                    <a:pt x="10835" y="4212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661125" y="3906725"/>
              <a:ext cx="388750" cy="833775"/>
            </a:xfrm>
            <a:custGeom>
              <a:rect b="b" l="l" r="r" t="t"/>
              <a:pathLst>
                <a:path extrusionOk="0" h="33351" w="15550">
                  <a:moveTo>
                    <a:pt x="14654" y="30812"/>
                  </a:moveTo>
                  <a:lnTo>
                    <a:pt x="14654" y="1"/>
                  </a:lnTo>
                  <a:lnTo>
                    <a:pt x="0" y="1"/>
                  </a:lnTo>
                  <a:lnTo>
                    <a:pt x="0" y="822"/>
                  </a:lnTo>
                  <a:lnTo>
                    <a:pt x="13833" y="822"/>
                  </a:lnTo>
                  <a:lnTo>
                    <a:pt x="13833" y="30812"/>
                  </a:lnTo>
                  <a:cubicBezTo>
                    <a:pt x="13315" y="30985"/>
                    <a:pt x="12946" y="31469"/>
                    <a:pt x="12946" y="32044"/>
                  </a:cubicBezTo>
                  <a:cubicBezTo>
                    <a:pt x="12946" y="32767"/>
                    <a:pt x="13529" y="33350"/>
                    <a:pt x="14243" y="33350"/>
                  </a:cubicBezTo>
                  <a:cubicBezTo>
                    <a:pt x="14966" y="33350"/>
                    <a:pt x="15549" y="32767"/>
                    <a:pt x="15549" y="32044"/>
                  </a:cubicBezTo>
                  <a:cubicBezTo>
                    <a:pt x="15549" y="31469"/>
                    <a:pt x="15172" y="30985"/>
                    <a:pt x="14654" y="3081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61125" y="2832325"/>
              <a:ext cx="487100" cy="2112700"/>
            </a:xfrm>
            <a:custGeom>
              <a:rect b="b" l="l" r="r" t="t"/>
              <a:pathLst>
                <a:path extrusionOk="0" h="84508" w="19484">
                  <a:moveTo>
                    <a:pt x="18589" y="81969"/>
                  </a:moveTo>
                  <a:lnTo>
                    <a:pt x="18589" y="39724"/>
                  </a:lnTo>
                  <a:lnTo>
                    <a:pt x="5191" y="39724"/>
                  </a:lnTo>
                  <a:lnTo>
                    <a:pt x="5191" y="1"/>
                  </a:lnTo>
                  <a:lnTo>
                    <a:pt x="0" y="1"/>
                  </a:lnTo>
                  <a:lnTo>
                    <a:pt x="0" y="814"/>
                  </a:lnTo>
                  <a:lnTo>
                    <a:pt x="4370" y="814"/>
                  </a:lnTo>
                  <a:lnTo>
                    <a:pt x="4370" y="40546"/>
                  </a:lnTo>
                  <a:lnTo>
                    <a:pt x="17767" y="40546"/>
                  </a:lnTo>
                  <a:lnTo>
                    <a:pt x="17767" y="81969"/>
                  </a:lnTo>
                  <a:cubicBezTo>
                    <a:pt x="17250" y="82142"/>
                    <a:pt x="16872" y="82626"/>
                    <a:pt x="16872" y="83201"/>
                  </a:cubicBezTo>
                  <a:cubicBezTo>
                    <a:pt x="16872" y="83924"/>
                    <a:pt x="17463" y="84507"/>
                    <a:pt x="18178" y="84507"/>
                  </a:cubicBezTo>
                  <a:cubicBezTo>
                    <a:pt x="18901" y="84507"/>
                    <a:pt x="19484" y="83924"/>
                    <a:pt x="19484" y="83201"/>
                  </a:cubicBezTo>
                  <a:cubicBezTo>
                    <a:pt x="19484" y="82626"/>
                    <a:pt x="19106" y="82142"/>
                    <a:pt x="18589" y="81969"/>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861750" y="2751225"/>
              <a:ext cx="410725" cy="2406750"/>
            </a:xfrm>
            <a:custGeom>
              <a:rect b="b" l="l" r="r" t="t"/>
              <a:pathLst>
                <a:path extrusionOk="0" h="96270" w="16429">
                  <a:moveTo>
                    <a:pt x="15533" y="93731"/>
                  </a:moveTo>
                  <a:lnTo>
                    <a:pt x="15533" y="38730"/>
                  </a:lnTo>
                  <a:lnTo>
                    <a:pt x="822" y="38730"/>
                  </a:lnTo>
                  <a:lnTo>
                    <a:pt x="822" y="0"/>
                  </a:lnTo>
                  <a:lnTo>
                    <a:pt x="0" y="0"/>
                  </a:lnTo>
                  <a:lnTo>
                    <a:pt x="0" y="39543"/>
                  </a:lnTo>
                  <a:lnTo>
                    <a:pt x="14720" y="39543"/>
                  </a:lnTo>
                  <a:lnTo>
                    <a:pt x="14720" y="93731"/>
                  </a:lnTo>
                  <a:cubicBezTo>
                    <a:pt x="14202" y="93904"/>
                    <a:pt x="13825" y="94388"/>
                    <a:pt x="13825" y="94963"/>
                  </a:cubicBezTo>
                  <a:cubicBezTo>
                    <a:pt x="13825" y="95686"/>
                    <a:pt x="14408" y="96270"/>
                    <a:pt x="15131" y="96270"/>
                  </a:cubicBezTo>
                  <a:cubicBezTo>
                    <a:pt x="15845" y="96270"/>
                    <a:pt x="16429" y="95686"/>
                    <a:pt x="16429" y="94963"/>
                  </a:cubicBezTo>
                  <a:cubicBezTo>
                    <a:pt x="16429" y="94388"/>
                    <a:pt x="16051" y="93904"/>
                    <a:pt x="15533" y="9373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949025" y="2751225"/>
              <a:ext cx="421200" cy="1823950"/>
            </a:xfrm>
            <a:custGeom>
              <a:rect b="b" l="l" r="r" t="t"/>
              <a:pathLst>
                <a:path extrusionOk="0" h="72958" w="16848">
                  <a:moveTo>
                    <a:pt x="15952" y="70420"/>
                  </a:moveTo>
                  <a:lnTo>
                    <a:pt x="15952" y="33924"/>
                  </a:lnTo>
                  <a:lnTo>
                    <a:pt x="822" y="33924"/>
                  </a:lnTo>
                  <a:lnTo>
                    <a:pt x="822" y="0"/>
                  </a:lnTo>
                  <a:lnTo>
                    <a:pt x="0" y="0"/>
                  </a:lnTo>
                  <a:lnTo>
                    <a:pt x="0" y="34738"/>
                  </a:lnTo>
                  <a:lnTo>
                    <a:pt x="15139" y="34738"/>
                  </a:lnTo>
                  <a:lnTo>
                    <a:pt x="15139" y="70420"/>
                  </a:lnTo>
                  <a:cubicBezTo>
                    <a:pt x="14621" y="70592"/>
                    <a:pt x="14244" y="71077"/>
                    <a:pt x="14244" y="71652"/>
                  </a:cubicBezTo>
                  <a:cubicBezTo>
                    <a:pt x="14244" y="72375"/>
                    <a:pt x="14827" y="72958"/>
                    <a:pt x="15550" y="72958"/>
                  </a:cubicBezTo>
                  <a:cubicBezTo>
                    <a:pt x="16264" y="72958"/>
                    <a:pt x="16847" y="72375"/>
                    <a:pt x="16847" y="71652"/>
                  </a:cubicBezTo>
                  <a:cubicBezTo>
                    <a:pt x="16847" y="71077"/>
                    <a:pt x="16470" y="70592"/>
                    <a:pt x="15952" y="70420"/>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249050" y="2751225"/>
              <a:ext cx="264500" cy="561050"/>
            </a:xfrm>
            <a:custGeom>
              <a:rect b="b" l="l" r="r" t="t"/>
              <a:pathLst>
                <a:path extrusionOk="0" h="22442" w="10580">
                  <a:moveTo>
                    <a:pt x="9274" y="22441"/>
                  </a:moveTo>
                  <a:cubicBezTo>
                    <a:pt x="9997" y="22441"/>
                    <a:pt x="10580" y="21850"/>
                    <a:pt x="10580" y="21135"/>
                  </a:cubicBezTo>
                  <a:cubicBezTo>
                    <a:pt x="10580" y="20412"/>
                    <a:pt x="9997" y="19829"/>
                    <a:pt x="9274" y="19829"/>
                  </a:cubicBezTo>
                  <a:cubicBezTo>
                    <a:pt x="8600" y="19829"/>
                    <a:pt x="8050" y="20338"/>
                    <a:pt x="7984" y="20995"/>
                  </a:cubicBezTo>
                  <a:lnTo>
                    <a:pt x="822" y="20995"/>
                  </a:lnTo>
                  <a:lnTo>
                    <a:pt x="822" y="0"/>
                  </a:lnTo>
                  <a:lnTo>
                    <a:pt x="0" y="0"/>
                  </a:lnTo>
                  <a:lnTo>
                    <a:pt x="0" y="21817"/>
                  </a:lnTo>
                  <a:lnTo>
                    <a:pt x="8165" y="21817"/>
                  </a:lnTo>
                  <a:cubicBezTo>
                    <a:pt x="8395" y="22187"/>
                    <a:pt x="8806" y="22433"/>
                    <a:pt x="9274" y="2244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1966325" y="2751225"/>
              <a:ext cx="65325" cy="499650"/>
            </a:xfrm>
            <a:custGeom>
              <a:rect b="b" l="l" r="r" t="t"/>
              <a:pathLst>
                <a:path extrusionOk="0" h="19986" w="2613">
                  <a:moveTo>
                    <a:pt x="1718" y="17447"/>
                  </a:moveTo>
                  <a:lnTo>
                    <a:pt x="1718" y="0"/>
                  </a:lnTo>
                  <a:lnTo>
                    <a:pt x="896" y="0"/>
                  </a:lnTo>
                  <a:lnTo>
                    <a:pt x="896" y="17447"/>
                  </a:lnTo>
                  <a:cubicBezTo>
                    <a:pt x="379" y="17619"/>
                    <a:pt x="1" y="18104"/>
                    <a:pt x="1" y="18679"/>
                  </a:cubicBezTo>
                  <a:cubicBezTo>
                    <a:pt x="1" y="19402"/>
                    <a:pt x="584" y="19985"/>
                    <a:pt x="1307" y="19985"/>
                  </a:cubicBezTo>
                  <a:cubicBezTo>
                    <a:pt x="2030" y="19985"/>
                    <a:pt x="2613" y="19402"/>
                    <a:pt x="2613" y="18679"/>
                  </a:cubicBezTo>
                  <a:cubicBezTo>
                    <a:pt x="2613" y="18104"/>
                    <a:pt x="2235" y="17619"/>
                    <a:pt x="1718" y="17447"/>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2491225" y="2751225"/>
              <a:ext cx="370275" cy="226925"/>
            </a:xfrm>
            <a:custGeom>
              <a:rect b="b" l="l" r="r" t="t"/>
              <a:pathLst>
                <a:path extrusionOk="0" h="9077" w="14811">
                  <a:moveTo>
                    <a:pt x="1306" y="9077"/>
                  </a:moveTo>
                  <a:cubicBezTo>
                    <a:pt x="1881" y="9077"/>
                    <a:pt x="2366" y="8699"/>
                    <a:pt x="2538" y="8181"/>
                  </a:cubicBezTo>
                  <a:lnTo>
                    <a:pt x="14810" y="8181"/>
                  </a:lnTo>
                  <a:lnTo>
                    <a:pt x="14810" y="0"/>
                  </a:lnTo>
                  <a:lnTo>
                    <a:pt x="13989" y="0"/>
                  </a:lnTo>
                  <a:lnTo>
                    <a:pt x="13989" y="7360"/>
                  </a:lnTo>
                  <a:lnTo>
                    <a:pt x="2538" y="7360"/>
                  </a:lnTo>
                  <a:cubicBezTo>
                    <a:pt x="2366" y="6843"/>
                    <a:pt x="1881" y="6465"/>
                    <a:pt x="1306" y="6465"/>
                  </a:cubicBezTo>
                  <a:cubicBezTo>
                    <a:pt x="592" y="6465"/>
                    <a:pt x="0" y="7048"/>
                    <a:pt x="0" y="7771"/>
                  </a:cubicBezTo>
                  <a:cubicBezTo>
                    <a:pt x="0" y="8494"/>
                    <a:pt x="583" y="9077"/>
                    <a:pt x="1306" y="9077"/>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2491225" y="2751225"/>
              <a:ext cx="298600" cy="123850"/>
            </a:xfrm>
            <a:custGeom>
              <a:rect b="b" l="l" r="r" t="t"/>
              <a:pathLst>
                <a:path extrusionOk="0" h="4954" w="11944">
                  <a:moveTo>
                    <a:pt x="1306" y="4953"/>
                  </a:moveTo>
                  <a:cubicBezTo>
                    <a:pt x="1881" y="4953"/>
                    <a:pt x="2366" y="4584"/>
                    <a:pt x="2538" y="4058"/>
                  </a:cubicBezTo>
                  <a:lnTo>
                    <a:pt x="11943" y="4058"/>
                  </a:lnTo>
                  <a:lnTo>
                    <a:pt x="11943" y="0"/>
                  </a:lnTo>
                  <a:lnTo>
                    <a:pt x="11122" y="0"/>
                  </a:lnTo>
                  <a:lnTo>
                    <a:pt x="11122" y="3245"/>
                  </a:lnTo>
                  <a:lnTo>
                    <a:pt x="2538" y="3245"/>
                  </a:lnTo>
                  <a:cubicBezTo>
                    <a:pt x="2366" y="2727"/>
                    <a:pt x="1881" y="2349"/>
                    <a:pt x="1306" y="2349"/>
                  </a:cubicBezTo>
                  <a:cubicBezTo>
                    <a:pt x="592" y="2349"/>
                    <a:pt x="0" y="2933"/>
                    <a:pt x="0" y="3655"/>
                  </a:cubicBezTo>
                  <a:cubicBezTo>
                    <a:pt x="0" y="4370"/>
                    <a:pt x="583" y="4953"/>
                    <a:pt x="1306" y="495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1328100" y="2751225"/>
              <a:ext cx="333525" cy="123850"/>
            </a:xfrm>
            <a:custGeom>
              <a:rect b="b" l="l" r="r" t="t"/>
              <a:pathLst>
                <a:path extrusionOk="0" h="4954" w="13341">
                  <a:moveTo>
                    <a:pt x="1307" y="4953"/>
                  </a:moveTo>
                  <a:cubicBezTo>
                    <a:pt x="1882" y="4953"/>
                    <a:pt x="2366" y="4584"/>
                    <a:pt x="2539" y="4058"/>
                  </a:cubicBezTo>
                  <a:lnTo>
                    <a:pt x="13340" y="4058"/>
                  </a:lnTo>
                  <a:lnTo>
                    <a:pt x="13340" y="0"/>
                  </a:lnTo>
                  <a:lnTo>
                    <a:pt x="12519" y="0"/>
                  </a:lnTo>
                  <a:lnTo>
                    <a:pt x="12519" y="3245"/>
                  </a:lnTo>
                  <a:lnTo>
                    <a:pt x="2539" y="3245"/>
                  </a:lnTo>
                  <a:cubicBezTo>
                    <a:pt x="2366" y="2727"/>
                    <a:pt x="1882" y="2349"/>
                    <a:pt x="1307" y="2349"/>
                  </a:cubicBezTo>
                  <a:cubicBezTo>
                    <a:pt x="584" y="2349"/>
                    <a:pt x="1" y="2933"/>
                    <a:pt x="1" y="3655"/>
                  </a:cubicBezTo>
                  <a:cubicBezTo>
                    <a:pt x="1" y="4370"/>
                    <a:pt x="584" y="4953"/>
                    <a:pt x="1307" y="495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1045750" y="2751225"/>
              <a:ext cx="421600" cy="1989275"/>
            </a:xfrm>
            <a:custGeom>
              <a:rect b="b" l="l" r="r" t="t"/>
              <a:pathLst>
                <a:path extrusionOk="0" h="79571" w="16864">
                  <a:moveTo>
                    <a:pt x="15968" y="77032"/>
                  </a:moveTo>
                  <a:lnTo>
                    <a:pt x="15968" y="29628"/>
                  </a:lnTo>
                  <a:lnTo>
                    <a:pt x="822" y="29628"/>
                  </a:lnTo>
                  <a:lnTo>
                    <a:pt x="822" y="0"/>
                  </a:lnTo>
                  <a:lnTo>
                    <a:pt x="0" y="0"/>
                  </a:lnTo>
                  <a:lnTo>
                    <a:pt x="0" y="30442"/>
                  </a:lnTo>
                  <a:lnTo>
                    <a:pt x="15155" y="30442"/>
                  </a:lnTo>
                  <a:lnTo>
                    <a:pt x="15155" y="77032"/>
                  </a:lnTo>
                  <a:cubicBezTo>
                    <a:pt x="14638" y="77205"/>
                    <a:pt x="14260" y="77689"/>
                    <a:pt x="14260" y="78264"/>
                  </a:cubicBezTo>
                  <a:cubicBezTo>
                    <a:pt x="14260" y="78987"/>
                    <a:pt x="14843" y="79570"/>
                    <a:pt x="15566" y="79570"/>
                  </a:cubicBezTo>
                  <a:cubicBezTo>
                    <a:pt x="16280" y="79570"/>
                    <a:pt x="16864" y="78987"/>
                    <a:pt x="16864" y="78264"/>
                  </a:cubicBezTo>
                  <a:cubicBezTo>
                    <a:pt x="16864" y="77689"/>
                    <a:pt x="16486" y="77205"/>
                    <a:pt x="15977" y="7703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1158675" y="2751225"/>
              <a:ext cx="426350" cy="2248225"/>
            </a:xfrm>
            <a:custGeom>
              <a:rect b="b" l="l" r="r" t="t"/>
              <a:pathLst>
                <a:path extrusionOk="0" h="89929" w="17054">
                  <a:moveTo>
                    <a:pt x="16158" y="87398"/>
                  </a:moveTo>
                  <a:lnTo>
                    <a:pt x="16158" y="25226"/>
                  </a:lnTo>
                  <a:lnTo>
                    <a:pt x="822" y="25226"/>
                  </a:lnTo>
                  <a:lnTo>
                    <a:pt x="822" y="0"/>
                  </a:lnTo>
                  <a:lnTo>
                    <a:pt x="1" y="0"/>
                  </a:lnTo>
                  <a:lnTo>
                    <a:pt x="1" y="26039"/>
                  </a:lnTo>
                  <a:lnTo>
                    <a:pt x="15345" y="26039"/>
                  </a:lnTo>
                  <a:lnTo>
                    <a:pt x="15345" y="87398"/>
                  </a:lnTo>
                  <a:cubicBezTo>
                    <a:pt x="14819" y="87571"/>
                    <a:pt x="14449" y="88047"/>
                    <a:pt x="14449" y="88630"/>
                  </a:cubicBezTo>
                  <a:cubicBezTo>
                    <a:pt x="14449" y="89345"/>
                    <a:pt x="15033" y="89928"/>
                    <a:pt x="15747" y="89928"/>
                  </a:cubicBezTo>
                  <a:cubicBezTo>
                    <a:pt x="16470" y="89928"/>
                    <a:pt x="17053" y="89345"/>
                    <a:pt x="17053" y="88630"/>
                  </a:cubicBezTo>
                  <a:cubicBezTo>
                    <a:pt x="17053" y="88047"/>
                    <a:pt x="16676" y="87571"/>
                    <a:pt x="16158" y="873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1353975" y="2751225"/>
              <a:ext cx="389575" cy="1484725"/>
            </a:xfrm>
            <a:custGeom>
              <a:rect b="b" l="l" r="r" t="t"/>
              <a:pathLst>
                <a:path extrusionOk="0" h="59389" w="15583">
                  <a:moveTo>
                    <a:pt x="14671" y="56850"/>
                  </a:moveTo>
                  <a:lnTo>
                    <a:pt x="14671" y="26022"/>
                  </a:lnTo>
                  <a:lnTo>
                    <a:pt x="822" y="12174"/>
                  </a:lnTo>
                  <a:lnTo>
                    <a:pt x="822" y="7713"/>
                  </a:lnTo>
                  <a:lnTo>
                    <a:pt x="15229" y="7713"/>
                  </a:lnTo>
                  <a:lnTo>
                    <a:pt x="15229" y="0"/>
                  </a:lnTo>
                  <a:lnTo>
                    <a:pt x="14408" y="0"/>
                  </a:lnTo>
                  <a:lnTo>
                    <a:pt x="14408" y="6892"/>
                  </a:lnTo>
                  <a:lnTo>
                    <a:pt x="1" y="6892"/>
                  </a:lnTo>
                  <a:lnTo>
                    <a:pt x="1" y="12510"/>
                  </a:lnTo>
                  <a:lnTo>
                    <a:pt x="13849" y="26359"/>
                  </a:lnTo>
                  <a:lnTo>
                    <a:pt x="13849" y="56858"/>
                  </a:lnTo>
                  <a:cubicBezTo>
                    <a:pt x="13340" y="57031"/>
                    <a:pt x="12979" y="57515"/>
                    <a:pt x="12979" y="58082"/>
                  </a:cubicBezTo>
                  <a:cubicBezTo>
                    <a:pt x="12979" y="58805"/>
                    <a:pt x="13554" y="59388"/>
                    <a:pt x="14277" y="59388"/>
                  </a:cubicBezTo>
                  <a:cubicBezTo>
                    <a:pt x="14999" y="59388"/>
                    <a:pt x="15583" y="58805"/>
                    <a:pt x="15583" y="58082"/>
                  </a:cubicBezTo>
                  <a:cubicBezTo>
                    <a:pt x="15583" y="57499"/>
                    <a:pt x="15197" y="57014"/>
                    <a:pt x="14671" y="56850"/>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502025" y="2751225"/>
              <a:ext cx="382600" cy="1870775"/>
            </a:xfrm>
            <a:custGeom>
              <a:rect b="b" l="l" r="r" t="t"/>
              <a:pathLst>
                <a:path extrusionOk="0" h="74831" w="15304">
                  <a:moveTo>
                    <a:pt x="14408" y="72293"/>
                  </a:moveTo>
                  <a:lnTo>
                    <a:pt x="14408" y="24971"/>
                  </a:lnTo>
                  <a:lnTo>
                    <a:pt x="1980" y="12543"/>
                  </a:lnTo>
                  <a:lnTo>
                    <a:pt x="12856" y="12543"/>
                  </a:lnTo>
                  <a:lnTo>
                    <a:pt x="12856" y="0"/>
                  </a:lnTo>
                  <a:lnTo>
                    <a:pt x="12035" y="0"/>
                  </a:lnTo>
                  <a:lnTo>
                    <a:pt x="12035" y="11730"/>
                  </a:lnTo>
                  <a:lnTo>
                    <a:pt x="1" y="11730"/>
                  </a:lnTo>
                  <a:lnTo>
                    <a:pt x="13587" y="25308"/>
                  </a:lnTo>
                  <a:lnTo>
                    <a:pt x="13587" y="72293"/>
                  </a:lnTo>
                  <a:cubicBezTo>
                    <a:pt x="13069" y="72465"/>
                    <a:pt x="12692" y="72950"/>
                    <a:pt x="12692" y="73525"/>
                  </a:cubicBezTo>
                  <a:cubicBezTo>
                    <a:pt x="12692" y="74247"/>
                    <a:pt x="13283" y="74831"/>
                    <a:pt x="13998" y="74831"/>
                  </a:cubicBezTo>
                  <a:cubicBezTo>
                    <a:pt x="14721" y="74831"/>
                    <a:pt x="15304" y="74247"/>
                    <a:pt x="15304" y="73525"/>
                  </a:cubicBezTo>
                  <a:cubicBezTo>
                    <a:pt x="15304" y="72950"/>
                    <a:pt x="14926" y="72465"/>
                    <a:pt x="14408" y="7229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1725450" y="2751225"/>
              <a:ext cx="288975" cy="1665425"/>
            </a:xfrm>
            <a:custGeom>
              <a:rect b="b" l="l" r="r" t="t"/>
              <a:pathLst>
                <a:path extrusionOk="0" h="66617" w="11559">
                  <a:moveTo>
                    <a:pt x="10663" y="64078"/>
                  </a:moveTo>
                  <a:lnTo>
                    <a:pt x="10663" y="24774"/>
                  </a:lnTo>
                  <a:lnTo>
                    <a:pt x="1972" y="16092"/>
                  </a:lnTo>
                  <a:lnTo>
                    <a:pt x="7673" y="16092"/>
                  </a:lnTo>
                  <a:lnTo>
                    <a:pt x="7673" y="0"/>
                  </a:lnTo>
                  <a:lnTo>
                    <a:pt x="6851" y="0"/>
                  </a:lnTo>
                  <a:lnTo>
                    <a:pt x="6851" y="15270"/>
                  </a:lnTo>
                  <a:lnTo>
                    <a:pt x="1" y="15270"/>
                  </a:lnTo>
                  <a:lnTo>
                    <a:pt x="9841" y="25111"/>
                  </a:lnTo>
                  <a:lnTo>
                    <a:pt x="9841" y="64078"/>
                  </a:lnTo>
                  <a:cubicBezTo>
                    <a:pt x="9324" y="64251"/>
                    <a:pt x="8946" y="64736"/>
                    <a:pt x="8946" y="65311"/>
                  </a:cubicBezTo>
                  <a:cubicBezTo>
                    <a:pt x="8946" y="66033"/>
                    <a:pt x="9529" y="66617"/>
                    <a:pt x="10252" y="66617"/>
                  </a:cubicBezTo>
                  <a:cubicBezTo>
                    <a:pt x="10975" y="66617"/>
                    <a:pt x="11558" y="66033"/>
                    <a:pt x="11558" y="65311"/>
                  </a:cubicBezTo>
                  <a:cubicBezTo>
                    <a:pt x="11558" y="64736"/>
                    <a:pt x="11180" y="64251"/>
                    <a:pt x="10663" y="6407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2128975" y="2751225"/>
              <a:ext cx="197150" cy="2033425"/>
            </a:xfrm>
            <a:custGeom>
              <a:rect b="b" l="l" r="r" t="t"/>
              <a:pathLst>
                <a:path extrusionOk="0" h="81337" w="7886">
                  <a:moveTo>
                    <a:pt x="1684" y="78798"/>
                  </a:moveTo>
                  <a:lnTo>
                    <a:pt x="1684" y="49318"/>
                  </a:lnTo>
                  <a:lnTo>
                    <a:pt x="7886" y="43116"/>
                  </a:lnTo>
                  <a:lnTo>
                    <a:pt x="7886" y="25061"/>
                  </a:lnTo>
                  <a:lnTo>
                    <a:pt x="1339" y="18515"/>
                  </a:lnTo>
                  <a:lnTo>
                    <a:pt x="1339" y="0"/>
                  </a:lnTo>
                  <a:lnTo>
                    <a:pt x="518" y="0"/>
                  </a:lnTo>
                  <a:lnTo>
                    <a:pt x="518" y="18852"/>
                  </a:lnTo>
                  <a:lnTo>
                    <a:pt x="7065" y="25398"/>
                  </a:lnTo>
                  <a:lnTo>
                    <a:pt x="7065" y="42779"/>
                  </a:lnTo>
                  <a:lnTo>
                    <a:pt x="863" y="48981"/>
                  </a:lnTo>
                  <a:lnTo>
                    <a:pt x="863" y="78815"/>
                  </a:lnTo>
                  <a:cubicBezTo>
                    <a:pt x="362" y="78995"/>
                    <a:pt x="0" y="79472"/>
                    <a:pt x="0" y="80038"/>
                  </a:cubicBezTo>
                  <a:cubicBezTo>
                    <a:pt x="0" y="80753"/>
                    <a:pt x="584" y="81336"/>
                    <a:pt x="1307" y="81336"/>
                  </a:cubicBezTo>
                  <a:cubicBezTo>
                    <a:pt x="2021" y="81336"/>
                    <a:pt x="2604" y="80753"/>
                    <a:pt x="2604" y="80038"/>
                  </a:cubicBezTo>
                  <a:cubicBezTo>
                    <a:pt x="2604" y="79447"/>
                    <a:pt x="2218" y="78962"/>
                    <a:pt x="1684" y="787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2048075" y="2751225"/>
              <a:ext cx="194275" cy="2304475"/>
            </a:xfrm>
            <a:custGeom>
              <a:rect b="b" l="l" r="r" t="t"/>
              <a:pathLst>
                <a:path extrusionOk="0" h="92179" w="7771">
                  <a:moveTo>
                    <a:pt x="1709" y="89641"/>
                  </a:moveTo>
                  <a:lnTo>
                    <a:pt x="1709" y="47133"/>
                  </a:lnTo>
                  <a:lnTo>
                    <a:pt x="7771" y="41071"/>
                  </a:lnTo>
                  <a:lnTo>
                    <a:pt x="7771" y="26540"/>
                  </a:lnTo>
                  <a:lnTo>
                    <a:pt x="1380" y="20149"/>
                  </a:lnTo>
                  <a:lnTo>
                    <a:pt x="1380" y="0"/>
                  </a:lnTo>
                  <a:lnTo>
                    <a:pt x="559" y="0"/>
                  </a:lnTo>
                  <a:lnTo>
                    <a:pt x="559" y="20486"/>
                  </a:lnTo>
                  <a:lnTo>
                    <a:pt x="6949" y="26877"/>
                  </a:lnTo>
                  <a:lnTo>
                    <a:pt x="6949" y="40734"/>
                  </a:lnTo>
                  <a:lnTo>
                    <a:pt x="895" y="46796"/>
                  </a:lnTo>
                  <a:lnTo>
                    <a:pt x="895" y="89641"/>
                  </a:lnTo>
                  <a:cubicBezTo>
                    <a:pt x="370" y="89813"/>
                    <a:pt x="0" y="90298"/>
                    <a:pt x="0" y="90873"/>
                  </a:cubicBezTo>
                  <a:cubicBezTo>
                    <a:pt x="0" y="91596"/>
                    <a:pt x="583" y="92179"/>
                    <a:pt x="1298" y="92179"/>
                  </a:cubicBezTo>
                  <a:cubicBezTo>
                    <a:pt x="2021" y="92179"/>
                    <a:pt x="2604" y="91596"/>
                    <a:pt x="2604" y="90873"/>
                  </a:cubicBezTo>
                  <a:cubicBezTo>
                    <a:pt x="2604" y="90298"/>
                    <a:pt x="2226" y="89813"/>
                    <a:pt x="1709" y="89641"/>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2216650" y="2751225"/>
              <a:ext cx="202300" cy="2193800"/>
            </a:xfrm>
            <a:custGeom>
              <a:rect b="b" l="l" r="r" t="t"/>
              <a:pathLst>
                <a:path extrusionOk="0" h="87752" w="8092">
                  <a:moveTo>
                    <a:pt x="1685" y="85205"/>
                  </a:moveTo>
                  <a:lnTo>
                    <a:pt x="1685" y="52012"/>
                  </a:lnTo>
                  <a:lnTo>
                    <a:pt x="8092" y="45605"/>
                  </a:lnTo>
                  <a:lnTo>
                    <a:pt x="8092" y="23254"/>
                  </a:lnTo>
                  <a:lnTo>
                    <a:pt x="1028" y="16190"/>
                  </a:lnTo>
                  <a:lnTo>
                    <a:pt x="1028" y="0"/>
                  </a:lnTo>
                  <a:lnTo>
                    <a:pt x="206" y="0"/>
                  </a:lnTo>
                  <a:lnTo>
                    <a:pt x="206" y="16535"/>
                  </a:lnTo>
                  <a:lnTo>
                    <a:pt x="7270" y="23591"/>
                  </a:lnTo>
                  <a:lnTo>
                    <a:pt x="7270" y="45268"/>
                  </a:lnTo>
                  <a:lnTo>
                    <a:pt x="863" y="51675"/>
                  </a:lnTo>
                  <a:lnTo>
                    <a:pt x="863" y="85222"/>
                  </a:lnTo>
                  <a:cubicBezTo>
                    <a:pt x="362" y="85402"/>
                    <a:pt x="1" y="85879"/>
                    <a:pt x="1" y="86445"/>
                  </a:cubicBezTo>
                  <a:cubicBezTo>
                    <a:pt x="1" y="87168"/>
                    <a:pt x="584" y="87751"/>
                    <a:pt x="1307" y="87751"/>
                  </a:cubicBezTo>
                  <a:cubicBezTo>
                    <a:pt x="2030" y="87751"/>
                    <a:pt x="2613" y="87168"/>
                    <a:pt x="2613" y="86445"/>
                  </a:cubicBezTo>
                  <a:cubicBezTo>
                    <a:pt x="2613" y="85854"/>
                    <a:pt x="2219" y="85369"/>
                    <a:pt x="1685" y="85205"/>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2292025" y="2751225"/>
              <a:ext cx="225100" cy="1702800"/>
            </a:xfrm>
            <a:custGeom>
              <a:rect b="b" l="l" r="r" t="t"/>
              <a:pathLst>
                <a:path extrusionOk="0" h="68112" w="9004">
                  <a:moveTo>
                    <a:pt x="2744" y="65606"/>
                  </a:moveTo>
                  <a:lnTo>
                    <a:pt x="2744" y="53909"/>
                  </a:lnTo>
                  <a:lnTo>
                    <a:pt x="9003" y="47650"/>
                  </a:lnTo>
                  <a:lnTo>
                    <a:pt x="9003" y="22597"/>
                  </a:lnTo>
                  <a:lnTo>
                    <a:pt x="822" y="14416"/>
                  </a:lnTo>
                  <a:lnTo>
                    <a:pt x="822" y="0"/>
                  </a:lnTo>
                  <a:lnTo>
                    <a:pt x="0" y="0"/>
                  </a:lnTo>
                  <a:lnTo>
                    <a:pt x="0" y="14761"/>
                  </a:lnTo>
                  <a:lnTo>
                    <a:pt x="8182" y="22942"/>
                  </a:lnTo>
                  <a:lnTo>
                    <a:pt x="8182" y="47313"/>
                  </a:lnTo>
                  <a:lnTo>
                    <a:pt x="1931" y="53564"/>
                  </a:lnTo>
                  <a:lnTo>
                    <a:pt x="1931" y="65549"/>
                  </a:lnTo>
                  <a:cubicBezTo>
                    <a:pt x="1372" y="65697"/>
                    <a:pt x="953" y="66206"/>
                    <a:pt x="953" y="66806"/>
                  </a:cubicBezTo>
                  <a:cubicBezTo>
                    <a:pt x="953" y="67528"/>
                    <a:pt x="1536" y="68112"/>
                    <a:pt x="2259" y="68112"/>
                  </a:cubicBezTo>
                  <a:cubicBezTo>
                    <a:pt x="2974" y="68112"/>
                    <a:pt x="3565" y="67528"/>
                    <a:pt x="3565" y="66806"/>
                  </a:cubicBezTo>
                  <a:cubicBezTo>
                    <a:pt x="3565" y="66263"/>
                    <a:pt x="3220" y="65795"/>
                    <a:pt x="2744" y="6559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2668425" y="2751225"/>
              <a:ext cx="257750" cy="1525575"/>
            </a:xfrm>
            <a:custGeom>
              <a:rect b="b" l="l" r="r" t="t"/>
              <a:pathLst>
                <a:path extrusionOk="0" h="61023" w="10310">
                  <a:moveTo>
                    <a:pt x="1709" y="58485"/>
                  </a:moveTo>
                  <a:lnTo>
                    <a:pt x="1709" y="12272"/>
                  </a:lnTo>
                  <a:lnTo>
                    <a:pt x="10310" y="12272"/>
                  </a:lnTo>
                  <a:lnTo>
                    <a:pt x="10310" y="0"/>
                  </a:lnTo>
                  <a:lnTo>
                    <a:pt x="9488" y="0"/>
                  </a:lnTo>
                  <a:lnTo>
                    <a:pt x="9488" y="11451"/>
                  </a:lnTo>
                  <a:lnTo>
                    <a:pt x="896" y="11451"/>
                  </a:lnTo>
                  <a:lnTo>
                    <a:pt x="896" y="58493"/>
                  </a:lnTo>
                  <a:cubicBezTo>
                    <a:pt x="371" y="58665"/>
                    <a:pt x="1" y="59142"/>
                    <a:pt x="1" y="59725"/>
                  </a:cubicBezTo>
                  <a:cubicBezTo>
                    <a:pt x="1" y="60440"/>
                    <a:pt x="584" y="61023"/>
                    <a:pt x="1299" y="61023"/>
                  </a:cubicBezTo>
                  <a:cubicBezTo>
                    <a:pt x="2022" y="61023"/>
                    <a:pt x="2605" y="60440"/>
                    <a:pt x="2605" y="59725"/>
                  </a:cubicBezTo>
                  <a:cubicBezTo>
                    <a:pt x="2605" y="59142"/>
                    <a:pt x="2227" y="58665"/>
                    <a:pt x="1709" y="58493"/>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2746875" y="2751225"/>
              <a:ext cx="267800" cy="1743875"/>
            </a:xfrm>
            <a:custGeom>
              <a:rect b="b" l="l" r="r" t="t"/>
              <a:pathLst>
                <a:path extrusionOk="0" h="69755" w="10712">
                  <a:moveTo>
                    <a:pt x="1717" y="67216"/>
                  </a:moveTo>
                  <a:lnTo>
                    <a:pt x="1717" y="16092"/>
                  </a:lnTo>
                  <a:lnTo>
                    <a:pt x="10712" y="16092"/>
                  </a:lnTo>
                  <a:lnTo>
                    <a:pt x="10712" y="0"/>
                  </a:lnTo>
                  <a:lnTo>
                    <a:pt x="9899" y="0"/>
                  </a:lnTo>
                  <a:lnTo>
                    <a:pt x="9899" y="15270"/>
                  </a:lnTo>
                  <a:lnTo>
                    <a:pt x="896" y="15270"/>
                  </a:lnTo>
                  <a:lnTo>
                    <a:pt x="896" y="67216"/>
                  </a:lnTo>
                  <a:cubicBezTo>
                    <a:pt x="379" y="67389"/>
                    <a:pt x="1" y="67873"/>
                    <a:pt x="1" y="68448"/>
                  </a:cubicBezTo>
                  <a:cubicBezTo>
                    <a:pt x="1" y="69163"/>
                    <a:pt x="584" y="69754"/>
                    <a:pt x="1307" y="69754"/>
                  </a:cubicBezTo>
                  <a:cubicBezTo>
                    <a:pt x="2030" y="69754"/>
                    <a:pt x="2613" y="69163"/>
                    <a:pt x="2613" y="68448"/>
                  </a:cubicBezTo>
                  <a:cubicBezTo>
                    <a:pt x="2613" y="67873"/>
                    <a:pt x="2235" y="67389"/>
                    <a:pt x="1717" y="67216"/>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2842375" y="2751225"/>
              <a:ext cx="250750" cy="1627850"/>
            </a:xfrm>
            <a:custGeom>
              <a:rect b="b" l="l" r="r" t="t"/>
              <a:pathLst>
                <a:path extrusionOk="0" h="65114" w="10030">
                  <a:moveTo>
                    <a:pt x="1717" y="62575"/>
                  </a:moveTo>
                  <a:lnTo>
                    <a:pt x="1717" y="20043"/>
                  </a:lnTo>
                  <a:lnTo>
                    <a:pt x="10030" y="20043"/>
                  </a:lnTo>
                  <a:lnTo>
                    <a:pt x="10030" y="0"/>
                  </a:lnTo>
                  <a:lnTo>
                    <a:pt x="9216" y="0"/>
                  </a:lnTo>
                  <a:lnTo>
                    <a:pt x="9216" y="19221"/>
                  </a:lnTo>
                  <a:lnTo>
                    <a:pt x="896" y="19221"/>
                  </a:lnTo>
                  <a:lnTo>
                    <a:pt x="896" y="62575"/>
                  </a:lnTo>
                  <a:cubicBezTo>
                    <a:pt x="378" y="62748"/>
                    <a:pt x="0" y="63232"/>
                    <a:pt x="0" y="63807"/>
                  </a:cubicBezTo>
                  <a:cubicBezTo>
                    <a:pt x="0" y="64530"/>
                    <a:pt x="583" y="65113"/>
                    <a:pt x="1306" y="65113"/>
                  </a:cubicBezTo>
                  <a:cubicBezTo>
                    <a:pt x="2029" y="65113"/>
                    <a:pt x="2612" y="64530"/>
                    <a:pt x="2612" y="63807"/>
                  </a:cubicBezTo>
                  <a:cubicBezTo>
                    <a:pt x="2612" y="63232"/>
                    <a:pt x="2234" y="62748"/>
                    <a:pt x="1717" y="62575"/>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3227600" y="2751225"/>
              <a:ext cx="65125" cy="1413050"/>
            </a:xfrm>
            <a:custGeom>
              <a:rect b="b" l="l" r="r" t="t"/>
              <a:pathLst>
                <a:path extrusionOk="0" h="56522" w="2605">
                  <a:moveTo>
                    <a:pt x="1709" y="53992"/>
                  </a:moveTo>
                  <a:lnTo>
                    <a:pt x="1709" y="0"/>
                  </a:lnTo>
                  <a:lnTo>
                    <a:pt x="896" y="0"/>
                  </a:lnTo>
                  <a:lnTo>
                    <a:pt x="896" y="53992"/>
                  </a:lnTo>
                  <a:cubicBezTo>
                    <a:pt x="379" y="54164"/>
                    <a:pt x="1" y="54649"/>
                    <a:pt x="1" y="55224"/>
                  </a:cubicBezTo>
                  <a:cubicBezTo>
                    <a:pt x="1" y="55938"/>
                    <a:pt x="584" y="56521"/>
                    <a:pt x="1307" y="56521"/>
                  </a:cubicBezTo>
                  <a:cubicBezTo>
                    <a:pt x="2022" y="56521"/>
                    <a:pt x="2605" y="55938"/>
                    <a:pt x="2605" y="55224"/>
                  </a:cubicBezTo>
                  <a:cubicBezTo>
                    <a:pt x="2605" y="54649"/>
                    <a:pt x="2235" y="54164"/>
                    <a:pt x="1718" y="53992"/>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3295775" y="2751225"/>
              <a:ext cx="65125" cy="1089200"/>
            </a:xfrm>
            <a:custGeom>
              <a:rect b="b" l="l" r="r" t="t"/>
              <a:pathLst>
                <a:path extrusionOk="0" h="43568" w="2605">
                  <a:moveTo>
                    <a:pt x="1709" y="41038"/>
                  </a:moveTo>
                  <a:lnTo>
                    <a:pt x="1709" y="0"/>
                  </a:lnTo>
                  <a:lnTo>
                    <a:pt x="896" y="0"/>
                  </a:lnTo>
                  <a:lnTo>
                    <a:pt x="896" y="41038"/>
                  </a:lnTo>
                  <a:cubicBezTo>
                    <a:pt x="379" y="41210"/>
                    <a:pt x="1" y="41695"/>
                    <a:pt x="1" y="42270"/>
                  </a:cubicBezTo>
                  <a:cubicBezTo>
                    <a:pt x="1" y="42985"/>
                    <a:pt x="584" y="43568"/>
                    <a:pt x="1307" y="43568"/>
                  </a:cubicBezTo>
                  <a:cubicBezTo>
                    <a:pt x="2022" y="43568"/>
                    <a:pt x="2605" y="42985"/>
                    <a:pt x="2605" y="42270"/>
                  </a:cubicBezTo>
                  <a:cubicBezTo>
                    <a:pt x="2605" y="41695"/>
                    <a:pt x="2227" y="41210"/>
                    <a:pt x="1709" y="41038"/>
                  </a:cubicBezTo>
                  <a:close/>
                </a:path>
              </a:pathLst>
            </a:custGeom>
            <a:gradFill>
              <a:gsLst>
                <a:gs pos="0">
                  <a:schemeClr val="accent3"/>
                </a:gs>
                <a:gs pos="35000">
                  <a:schemeClr val="accent3"/>
                </a:gs>
                <a:gs pos="100000">
                  <a:schemeClr val="accent4"/>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2"/>
          <p:cNvGrpSpPr/>
          <p:nvPr/>
        </p:nvGrpSpPr>
        <p:grpSpPr>
          <a:xfrm rot="10800000">
            <a:off x="6915345" y="-13"/>
            <a:ext cx="1548637" cy="3324214"/>
            <a:chOff x="5452016" y="2824589"/>
            <a:chExt cx="689908" cy="1480917"/>
          </a:xfrm>
        </p:grpSpPr>
        <p:sp>
          <p:nvSpPr>
            <p:cNvPr id="52" name="Google Shape;52;p2"/>
            <p:cNvSpPr/>
            <p:nvPr/>
          </p:nvSpPr>
          <p:spPr>
            <a:xfrm rot="-5400000">
              <a:off x="5392462" y="3556043"/>
              <a:ext cx="1325804" cy="173120"/>
            </a:xfrm>
            <a:custGeom>
              <a:rect b="b" l="l" r="r" t="t"/>
              <a:pathLst>
                <a:path extrusionOk="0" h="3980" w="3048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rot="-5400000">
              <a:off x="5265885" y="3473528"/>
              <a:ext cx="1480916" cy="183037"/>
            </a:xfrm>
            <a:custGeom>
              <a:rect b="b" l="l" r="r" t="t"/>
              <a:pathLst>
                <a:path extrusionOk="0" h="4208" w="34046">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rot="-5400000">
              <a:off x="5330414" y="3589558"/>
              <a:ext cx="1245768" cy="186126"/>
            </a:xfrm>
            <a:custGeom>
              <a:rect b="b" l="l" r="r" t="t"/>
              <a:pathLst>
                <a:path extrusionOk="0" h="4279" w="2864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rot="-5400000">
              <a:off x="5370411" y="3676053"/>
              <a:ext cx="1059686" cy="199219"/>
            </a:xfrm>
            <a:custGeom>
              <a:rect b="b" l="l" r="r" t="t"/>
              <a:pathLst>
                <a:path extrusionOk="0" h="4580" w="24362">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rot="-5400000">
              <a:off x="5334134" y="3789929"/>
              <a:ext cx="935588" cy="95564"/>
            </a:xfrm>
            <a:custGeom>
              <a:rect b="b" l="l" r="r" t="t"/>
              <a:pathLst>
                <a:path extrusionOk="0" h="2197" w="21509">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rot="-5400000">
              <a:off x="5331634" y="3818442"/>
              <a:ext cx="868602" cy="105525"/>
            </a:xfrm>
            <a:custGeom>
              <a:rect b="b" l="l" r="r" t="t"/>
              <a:pathLst>
                <a:path extrusionOk="0" h="2426" w="19969">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rot="-5400000">
              <a:off x="5163516" y="3683817"/>
              <a:ext cx="1119234" cy="124142"/>
            </a:xfrm>
            <a:custGeom>
              <a:rect b="b" l="l" r="r" t="t"/>
              <a:pathLst>
                <a:path extrusionOk="0" h="2854" w="25731">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rot="-5400000">
              <a:off x="5189572" y="3740886"/>
              <a:ext cx="982130" cy="147109"/>
            </a:xfrm>
            <a:custGeom>
              <a:rect b="b" l="l" r="r" t="t"/>
              <a:pathLst>
                <a:path extrusionOk="0" h="3382" w="22579">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rot="-5400000">
              <a:off x="5194836" y="3787124"/>
              <a:ext cx="868602" cy="168161"/>
            </a:xfrm>
            <a:custGeom>
              <a:rect b="b" l="l" r="r" t="t"/>
              <a:pathLst>
                <a:path extrusionOk="0" h="3866" w="19969">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rot="-5400000">
              <a:off x="5215324" y="3849151"/>
              <a:ext cx="733977" cy="178731"/>
            </a:xfrm>
            <a:custGeom>
              <a:rect b="b" l="l" r="r" t="t"/>
              <a:pathLst>
                <a:path extrusionOk="0" h="4109" w="16874">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rot="-5400000">
              <a:off x="5841900" y="4018530"/>
              <a:ext cx="465336" cy="108613"/>
            </a:xfrm>
            <a:custGeom>
              <a:rect b="b" l="l" r="r" t="t"/>
              <a:pathLst>
                <a:path extrusionOk="0" h="2497" w="10698">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rot="-5400000">
              <a:off x="5874501" y="4051132"/>
              <a:ext cx="431191" cy="77556"/>
            </a:xfrm>
            <a:custGeom>
              <a:rect b="b" l="l" r="r" t="t"/>
              <a:pathLst>
                <a:path extrusionOk="0" h="1783" w="9913">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rot="-5400000">
              <a:off x="5229613" y="3907503"/>
              <a:ext cx="620405" cy="175599"/>
            </a:xfrm>
            <a:custGeom>
              <a:rect b="b" l="l" r="r" t="t"/>
              <a:pathLst>
                <a:path extrusionOk="0" h="4037" w="14263">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2"/>
          <p:cNvGrpSpPr/>
          <p:nvPr/>
        </p:nvGrpSpPr>
        <p:grpSpPr>
          <a:xfrm rot="-5400000">
            <a:off x="7189311" y="2653816"/>
            <a:ext cx="298167" cy="3611351"/>
            <a:chOff x="9" y="2835115"/>
            <a:chExt cx="134668" cy="1631070"/>
          </a:xfrm>
        </p:grpSpPr>
        <p:sp>
          <p:nvSpPr>
            <p:cNvPr id="66" name="Google Shape;66;p2"/>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p2"/>
          <p:cNvSpPr txBox="1"/>
          <p:nvPr>
            <p:ph type="ctrTitle"/>
          </p:nvPr>
        </p:nvSpPr>
        <p:spPr>
          <a:xfrm>
            <a:off x="713225" y="835700"/>
            <a:ext cx="5243700" cy="1718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71" name="Google Shape;71;p2"/>
          <p:cNvSpPr txBox="1"/>
          <p:nvPr>
            <p:ph idx="1" type="subTitle"/>
          </p:nvPr>
        </p:nvSpPr>
        <p:spPr>
          <a:xfrm>
            <a:off x="713225" y="2554100"/>
            <a:ext cx="5243700" cy="369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72" name="Shape 72"/>
        <p:cNvGrpSpPr/>
        <p:nvPr/>
      </p:nvGrpSpPr>
      <p:grpSpPr>
        <a:xfrm>
          <a:off x="0" y="0"/>
          <a:ext cx="0" cy="0"/>
          <a:chOff x="0" y="0"/>
          <a:chExt cx="0" cy="0"/>
        </a:xfrm>
      </p:grpSpPr>
      <p:sp>
        <p:nvSpPr>
          <p:cNvPr id="73" name="Google Shape;73;p3"/>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75" name="Google Shape;75;p3"/>
          <p:cNvSpPr txBox="1"/>
          <p:nvPr>
            <p:ph idx="1" type="subTitle"/>
          </p:nvPr>
        </p:nvSpPr>
        <p:spPr>
          <a:xfrm>
            <a:off x="4876711" y="1715800"/>
            <a:ext cx="3169200" cy="1898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3"/>
          <p:cNvSpPr txBox="1"/>
          <p:nvPr>
            <p:ph idx="2" type="subTitle"/>
          </p:nvPr>
        </p:nvSpPr>
        <p:spPr>
          <a:xfrm>
            <a:off x="1098100" y="1715800"/>
            <a:ext cx="3169200" cy="1898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7" name="Google Shape;77;p3"/>
          <p:cNvGrpSpPr/>
          <p:nvPr/>
        </p:nvGrpSpPr>
        <p:grpSpPr>
          <a:xfrm>
            <a:off x="720015" y="4025446"/>
            <a:ext cx="1206866" cy="2539996"/>
            <a:chOff x="1390914" y="2912671"/>
            <a:chExt cx="664463" cy="1398446"/>
          </a:xfrm>
        </p:grpSpPr>
        <p:sp>
          <p:nvSpPr>
            <p:cNvPr id="78" name="Google Shape;78;p3"/>
            <p:cNvSpPr/>
            <p:nvPr/>
          </p:nvSpPr>
          <p:spPr>
            <a:xfrm rot="-5400000">
              <a:off x="1296281" y="3552020"/>
              <a:ext cx="1292963" cy="225230"/>
            </a:xfrm>
            <a:custGeom>
              <a:rect b="b" l="l" r="r" t="t"/>
              <a:pathLst>
                <a:path extrusionOk="0" h="5178" w="29725">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p:nvPr/>
          </p:nvSpPr>
          <p:spPr>
            <a:xfrm rot="-5400000">
              <a:off x="1295063" y="3592342"/>
              <a:ext cx="1215407" cy="222142"/>
            </a:xfrm>
            <a:custGeom>
              <a:rect b="b" l="l" r="r" t="t"/>
              <a:pathLst>
                <a:path extrusionOk="0" h="5107" w="27942">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rot="-5400000">
              <a:off x="1190518" y="3668963"/>
              <a:ext cx="1163297" cy="121010"/>
            </a:xfrm>
            <a:custGeom>
              <a:rect b="b" l="l" r="r" t="t"/>
              <a:pathLst>
                <a:path extrusionOk="0" h="2782" w="26744">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rot="-5400000">
              <a:off x="1172533" y="3722921"/>
              <a:ext cx="1034240" cy="142150"/>
            </a:xfrm>
            <a:custGeom>
              <a:rect b="b" l="l" r="r" t="t"/>
              <a:pathLst>
                <a:path extrusionOk="0" h="3268" w="23777">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rot="-5400000">
              <a:off x="137136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
            <p:cNvSpPr/>
            <p:nvPr/>
          </p:nvSpPr>
          <p:spPr>
            <a:xfrm rot="-5400000">
              <a:off x="1624774" y="4028143"/>
              <a:ext cx="498873" cy="67073"/>
            </a:xfrm>
            <a:custGeom>
              <a:rect b="b" l="l" r="r" t="t"/>
              <a:pathLst>
                <a:path extrusionOk="0" h="1542" w="11469">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p:nvPr/>
          </p:nvSpPr>
          <p:spPr>
            <a:xfrm rot="-5400000">
              <a:off x="1622294" y="3989082"/>
              <a:ext cx="540413" cy="103655"/>
            </a:xfrm>
            <a:custGeom>
              <a:rect b="b" l="l" r="r" t="t"/>
              <a:pathLst>
                <a:path extrusionOk="0" h="2383" w="12424">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rot="-5400000">
              <a:off x="1618271" y="3949043"/>
              <a:ext cx="584476" cy="139670"/>
            </a:xfrm>
            <a:custGeom>
              <a:rect b="b" l="l" r="r" t="t"/>
              <a:pathLst>
                <a:path extrusionOk="0" h="3211" w="13437">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rot="-5400000">
              <a:off x="133662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rot="-5400000">
              <a:off x="1071705" y="3588601"/>
              <a:ext cx="1315930" cy="129101"/>
            </a:xfrm>
            <a:custGeom>
              <a:rect b="b" l="l" r="r" t="t"/>
              <a:pathLst>
                <a:path extrusionOk="0" h="2968" w="30253">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p:nvPr/>
          </p:nvSpPr>
          <p:spPr>
            <a:xfrm rot="-5400000">
              <a:off x="1008135" y="3602585"/>
              <a:ext cx="1253859" cy="163203"/>
            </a:xfrm>
            <a:custGeom>
              <a:rect b="b" l="l" r="r" t="t"/>
              <a:pathLst>
                <a:path extrusionOk="0" h="3752" w="28826">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
            <p:cNvSpPr/>
            <p:nvPr/>
          </p:nvSpPr>
          <p:spPr>
            <a:xfrm rot="-5400000">
              <a:off x="91135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p:nvPr/>
          </p:nvSpPr>
          <p:spPr>
            <a:xfrm rot="-5400000">
              <a:off x="86233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rot="-5400000">
              <a:off x="86885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 name="Google Shape;92;p3"/>
          <p:cNvGrpSpPr/>
          <p:nvPr/>
        </p:nvGrpSpPr>
        <p:grpSpPr>
          <a:xfrm>
            <a:off x="7548075" y="3920250"/>
            <a:ext cx="882711" cy="3171056"/>
            <a:chOff x="8623428" y="2586962"/>
            <a:chExt cx="478382" cy="1718544"/>
          </a:xfrm>
        </p:grpSpPr>
        <p:sp>
          <p:nvSpPr>
            <p:cNvPr id="93" name="Google Shape;93;p3"/>
            <p:cNvSpPr/>
            <p:nvPr/>
          </p:nvSpPr>
          <p:spPr>
            <a:xfrm rot="-5400000">
              <a:off x="8267028" y="3481249"/>
              <a:ext cx="1527458" cy="121054"/>
            </a:xfrm>
            <a:custGeom>
              <a:rect b="b" l="l" r="r" t="t"/>
              <a:pathLst>
                <a:path extrusionOk="0" h="2783" w="35116">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rot="-5400000">
              <a:off x="8122184" y="3470418"/>
              <a:ext cx="1506971" cy="163203"/>
            </a:xfrm>
            <a:custGeom>
              <a:rect b="b" l="l" r="r" t="t"/>
              <a:pathLst>
                <a:path extrusionOk="0" h="3752" w="34645">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
            <p:cNvSpPr/>
            <p:nvPr/>
          </p:nvSpPr>
          <p:spPr>
            <a:xfrm rot="-5400000">
              <a:off x="8039648" y="3426986"/>
              <a:ext cx="1578959" cy="178079"/>
            </a:xfrm>
            <a:custGeom>
              <a:rect b="b" l="l" r="r" t="t"/>
              <a:pathLst>
                <a:path extrusionOk="0" h="4094" w="3630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rot="-5400000">
              <a:off x="8073163" y="3501432"/>
              <a:ext cx="1413930" cy="194216"/>
            </a:xfrm>
            <a:custGeom>
              <a:rect b="b" l="l" r="r" t="t"/>
              <a:pathLst>
                <a:path extrusionOk="0" h="4465" w="32506">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
            <p:cNvSpPr/>
            <p:nvPr/>
          </p:nvSpPr>
          <p:spPr>
            <a:xfrm rot="-5400000">
              <a:off x="8472362" y="4017291"/>
              <a:ext cx="439281" cy="137148"/>
            </a:xfrm>
            <a:custGeom>
              <a:rect b="b" l="l" r="r" t="t"/>
              <a:pathLst>
                <a:path extrusionOk="0" h="3153" w="10099">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rot="-5400000">
              <a:off x="8472688" y="3978513"/>
              <a:ext cx="477733" cy="176252"/>
            </a:xfrm>
            <a:custGeom>
              <a:rect b="b" l="l" r="r" t="t"/>
              <a:pathLst>
                <a:path extrusionOk="0" h="4052" w="10983">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
            <p:cNvSpPr/>
            <p:nvPr/>
          </p:nvSpPr>
          <p:spPr>
            <a:xfrm rot="-5400000">
              <a:off x="8182970" y="3430727"/>
              <a:ext cx="1620499" cy="129057"/>
            </a:xfrm>
            <a:custGeom>
              <a:rect b="b" l="l" r="r" t="t"/>
              <a:pathLst>
                <a:path extrusionOk="0" h="2967" w="37255">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rot="-5400000">
              <a:off x="8089908" y="3371157"/>
              <a:ext cx="1718543" cy="150153"/>
            </a:xfrm>
            <a:custGeom>
              <a:rect b="b" l="l" r="r" t="t"/>
              <a:pathLst>
                <a:path extrusionOk="0" h="3452" w="39509">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rot="-5400000">
              <a:off x="8069444" y="3539297"/>
              <a:ext cx="1330763" cy="201654"/>
            </a:xfrm>
            <a:custGeom>
              <a:rect b="b" l="l" r="r" t="t"/>
              <a:pathLst>
                <a:path extrusionOk="0" h="4636" w="30594">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rot="-5400000">
              <a:off x="8940152" y="3389472"/>
              <a:ext cx="230232" cy="93085"/>
            </a:xfrm>
            <a:custGeom>
              <a:rect b="b" l="l" r="r" t="t"/>
              <a:pathLst>
                <a:path extrusionOk="0" h="2140" w="5293">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
            <p:cNvSpPr/>
            <p:nvPr/>
          </p:nvSpPr>
          <p:spPr>
            <a:xfrm rot="-5400000">
              <a:off x="8976450" y="3345735"/>
              <a:ext cx="196696" cy="54024"/>
            </a:xfrm>
            <a:custGeom>
              <a:rect b="b" l="l" r="r" t="t"/>
              <a:pathLst>
                <a:path extrusionOk="0" h="1242" w="4522">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3"/>
          <p:cNvGrpSpPr/>
          <p:nvPr/>
        </p:nvGrpSpPr>
        <p:grpSpPr>
          <a:xfrm>
            <a:off x="1885691" y="4025466"/>
            <a:ext cx="771580" cy="2505663"/>
            <a:chOff x="6278982" y="2751992"/>
            <a:chExt cx="478381" cy="1553514"/>
          </a:xfrm>
        </p:grpSpPr>
        <p:sp>
          <p:nvSpPr>
            <p:cNvPr id="105" name="Google Shape;105;p3"/>
            <p:cNvSpPr/>
            <p:nvPr/>
          </p:nvSpPr>
          <p:spPr>
            <a:xfrm rot="-5400000">
              <a:off x="6192439" y="3740581"/>
              <a:ext cx="1059686" cy="70161"/>
            </a:xfrm>
            <a:custGeom>
              <a:rect b="b" l="l" r="r" t="t"/>
              <a:pathLst>
                <a:path extrusionOk="0" h="1613" w="24362">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rot="-5400000">
              <a:off x="6010359" y="3607522"/>
              <a:ext cx="1325804" cy="70161"/>
            </a:xfrm>
            <a:custGeom>
              <a:rect b="b" l="l" r="r" t="t"/>
              <a:pathLst>
                <a:path extrusionOk="0" h="1613" w="3048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rot="-5400000">
              <a:off x="6022147" y="3665853"/>
              <a:ext cx="1214755" cy="64550"/>
            </a:xfrm>
            <a:custGeom>
              <a:rect b="b" l="l" r="r" t="t"/>
              <a:pathLst>
                <a:path extrusionOk="0" h="1484" w="27927">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rot="-5400000">
              <a:off x="5843461" y="3619310"/>
              <a:ext cx="1279305" cy="93085"/>
            </a:xfrm>
            <a:custGeom>
              <a:rect b="b" l="l" r="r" t="t"/>
              <a:pathLst>
                <a:path extrusionOk="0" h="2140" w="29411">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rot="-5400000">
              <a:off x="5753204" y="3565025"/>
              <a:ext cx="1374825" cy="106134"/>
            </a:xfrm>
            <a:custGeom>
              <a:rect b="b" l="l" r="r" t="t"/>
              <a:pathLst>
                <a:path extrusionOk="0" h="2440" w="31607">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rot="-5400000">
              <a:off x="5618885" y="3466677"/>
              <a:ext cx="1553513" cy="124142"/>
            </a:xfrm>
            <a:custGeom>
              <a:rect b="b" l="l" r="r" t="t"/>
              <a:pathLst>
                <a:path extrusionOk="0" h="2854" w="35715">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rot="-5400000">
              <a:off x="5790418" y="3674835"/>
              <a:ext cx="1119234" cy="142106"/>
            </a:xfrm>
            <a:custGeom>
              <a:rect b="b" l="l" r="r" t="t"/>
              <a:pathLst>
                <a:path extrusionOk="0" h="3267" w="25731">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rot="-5400000">
              <a:off x="6430370" y="3978513"/>
              <a:ext cx="620405" cy="33580"/>
            </a:xfrm>
            <a:custGeom>
              <a:rect b="b" l="l" r="r" t="t"/>
              <a:pathLst>
                <a:path extrusionOk="0" h="772" w="14263">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rot="-5400000">
              <a:off x="5858989" y="3544234"/>
              <a:ext cx="1460429" cy="62114"/>
            </a:xfrm>
            <a:custGeom>
              <a:rect b="b" l="l" r="r" t="t"/>
              <a:pathLst>
                <a:path extrusionOk="0" h="1428" w="33575">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p3"/>
          <p:cNvGrpSpPr/>
          <p:nvPr/>
        </p:nvGrpSpPr>
        <p:grpSpPr>
          <a:xfrm>
            <a:off x="2771211" y="4251934"/>
            <a:ext cx="708512" cy="2313502"/>
            <a:chOff x="6961407" y="2871131"/>
            <a:chExt cx="439278" cy="1434375"/>
          </a:xfrm>
        </p:grpSpPr>
        <p:sp>
          <p:nvSpPr>
            <p:cNvPr id="115" name="Google Shape;115;p3"/>
            <p:cNvSpPr/>
            <p:nvPr/>
          </p:nvSpPr>
          <p:spPr>
            <a:xfrm rot="-5400000">
              <a:off x="6647504" y="3552324"/>
              <a:ext cx="1374825" cy="131536"/>
            </a:xfrm>
            <a:custGeom>
              <a:rect b="b" l="l" r="r" t="t"/>
              <a:pathLst>
                <a:path extrusionOk="0" h="3024" w="31607">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rot="-5400000">
              <a:off x="6677278" y="3618071"/>
              <a:ext cx="1230283" cy="144586"/>
            </a:xfrm>
            <a:custGeom>
              <a:rect b="b" l="l" r="r" t="t"/>
              <a:pathLst>
                <a:path extrusionOk="0" h="3324" w="28284">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rot="-5400000">
              <a:off x="6529931" y="3512306"/>
              <a:ext cx="1434374" cy="152024"/>
            </a:xfrm>
            <a:custGeom>
              <a:rect b="b" l="l" r="r" t="t"/>
              <a:pathLst>
                <a:path extrusionOk="0" h="3495" w="32976">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rot="-5400000">
              <a:off x="6645331" y="3671116"/>
              <a:ext cx="1098138" cy="170641"/>
            </a:xfrm>
            <a:custGeom>
              <a:rect b="b" l="l" r="r" t="t"/>
              <a:pathLst>
                <a:path extrusionOk="0" h="3923" w="25246">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rot="-5400000">
              <a:off x="6506661" y="3582076"/>
              <a:ext cx="1284264" cy="162594"/>
            </a:xfrm>
            <a:custGeom>
              <a:rect b="b" l="l" r="r" t="t"/>
              <a:pathLst>
                <a:path extrusionOk="0" h="3738" w="29525">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rot="-5400000">
              <a:off x="6617711" y="3742147"/>
              <a:ext cx="953596" cy="173120"/>
            </a:xfrm>
            <a:custGeom>
              <a:rect b="b" l="l" r="r" t="t"/>
              <a:pathLst>
                <a:path extrusionOk="0" h="3980" w="21923">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rot="-5400000">
              <a:off x="6516884" y="3690342"/>
              <a:ext cx="1059686" cy="170641"/>
            </a:xfrm>
            <a:custGeom>
              <a:rect b="b" l="l" r="r" t="t"/>
              <a:pathLst>
                <a:path extrusionOk="0" h="3923" w="24362">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2" name="Google Shape;122;p3"/>
          <p:cNvGrpSpPr/>
          <p:nvPr/>
        </p:nvGrpSpPr>
        <p:grpSpPr>
          <a:xfrm>
            <a:off x="6864700" y="3920253"/>
            <a:ext cx="633517" cy="2217458"/>
            <a:chOff x="7780935" y="2930680"/>
            <a:chExt cx="392780" cy="1374826"/>
          </a:xfrm>
        </p:grpSpPr>
        <p:sp>
          <p:nvSpPr>
            <p:cNvPr id="123" name="Google Shape;123;p3"/>
            <p:cNvSpPr/>
            <p:nvPr/>
          </p:nvSpPr>
          <p:spPr>
            <a:xfrm rot="-5400000">
              <a:off x="7866274" y="3998065"/>
              <a:ext cx="449808" cy="165073"/>
            </a:xfrm>
            <a:custGeom>
              <a:rect b="b" l="l" r="r" t="t"/>
              <a:pathLst>
                <a:path extrusionOk="0" h="3795" w="10341">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
            <p:cNvSpPr/>
            <p:nvPr/>
          </p:nvSpPr>
          <p:spPr>
            <a:xfrm rot="-5400000">
              <a:off x="7822212" y="3954002"/>
              <a:ext cx="498829" cy="204177"/>
            </a:xfrm>
            <a:custGeom>
              <a:rect b="b" l="l" r="r" t="t"/>
              <a:pathLst>
                <a:path extrusionOk="0" h="4694" w="11468">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rot="-5400000">
              <a:off x="7418033" y="3559740"/>
              <a:ext cx="1266256" cy="225274"/>
            </a:xfrm>
            <a:custGeom>
              <a:rect b="b" l="l" r="r" t="t"/>
              <a:pathLst>
                <a:path extrusionOk="0" h="5179" w="29111">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p:nvPr/>
          </p:nvSpPr>
          <p:spPr>
            <a:xfrm rot="-5400000">
              <a:off x="7317206" y="3505455"/>
              <a:ext cx="1374825" cy="225274"/>
            </a:xfrm>
            <a:custGeom>
              <a:rect b="b" l="l" r="r" t="t"/>
              <a:pathLst>
                <a:path extrusionOk="0" h="5179" w="31607">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rot="-5400000">
              <a:off x="7374298" y="3624573"/>
              <a:ext cx="1144680" cy="217183"/>
            </a:xfrm>
            <a:custGeom>
              <a:rect b="b" l="l" r="r" t="t"/>
              <a:pathLst>
                <a:path extrusionOk="0" h="4993" w="26316">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rot="-5400000">
              <a:off x="7256398" y="3576791"/>
              <a:ext cx="1253250" cy="204177"/>
            </a:xfrm>
            <a:custGeom>
              <a:rect b="b" l="l" r="r" t="t"/>
              <a:pathLst>
                <a:path extrusionOk="0" h="4694" w="28812">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3"/>
          <p:cNvGrpSpPr/>
          <p:nvPr/>
        </p:nvGrpSpPr>
        <p:grpSpPr>
          <a:xfrm>
            <a:off x="6328335" y="3920217"/>
            <a:ext cx="438812" cy="2217515"/>
            <a:chOff x="1015564" y="2912671"/>
            <a:chExt cx="276731" cy="1398446"/>
          </a:xfrm>
        </p:grpSpPr>
        <p:sp>
          <p:nvSpPr>
            <p:cNvPr id="130" name="Google Shape;130;p3"/>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4"/>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7" name="Google Shape;137;p4"/>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Nunito Light"/>
              <a:buChar char="●"/>
              <a:defRPr/>
            </a:lvl1pPr>
            <a:lvl2pPr indent="-311150" lvl="1" marL="914400" algn="l">
              <a:lnSpc>
                <a:spcPct val="115000"/>
              </a:lnSpc>
              <a:spcBef>
                <a:spcPts val="1600"/>
              </a:spcBef>
              <a:spcAft>
                <a:spcPts val="0"/>
              </a:spcAft>
              <a:buSzPts val="1300"/>
              <a:buFont typeface="Nunito Light"/>
              <a:buChar char="○"/>
              <a:defRPr sz="1300"/>
            </a:lvl2pPr>
            <a:lvl3pPr indent="-304800" lvl="2" marL="1371600" algn="l">
              <a:lnSpc>
                <a:spcPct val="115000"/>
              </a:lnSpc>
              <a:spcBef>
                <a:spcPts val="1600"/>
              </a:spcBef>
              <a:spcAft>
                <a:spcPts val="0"/>
              </a:spcAft>
              <a:buSzPts val="1200"/>
              <a:buFont typeface="Nunito Light"/>
              <a:buChar char="■"/>
              <a:defRPr sz="1200"/>
            </a:lvl3pPr>
            <a:lvl4pPr indent="-304800" lvl="3" marL="1828800" algn="l">
              <a:lnSpc>
                <a:spcPct val="115000"/>
              </a:lnSpc>
              <a:spcBef>
                <a:spcPts val="1600"/>
              </a:spcBef>
              <a:spcAft>
                <a:spcPts val="0"/>
              </a:spcAft>
              <a:buSzPts val="1200"/>
              <a:buFont typeface="Nunito Light"/>
              <a:buChar char="●"/>
              <a:defRPr sz="1200"/>
            </a:lvl4pPr>
            <a:lvl5pPr indent="-304800" lvl="4" marL="2286000" algn="l">
              <a:lnSpc>
                <a:spcPct val="115000"/>
              </a:lnSpc>
              <a:spcBef>
                <a:spcPts val="1600"/>
              </a:spcBef>
              <a:spcAft>
                <a:spcPts val="0"/>
              </a:spcAft>
              <a:buSzPts val="1200"/>
              <a:buFont typeface="Nunito Light"/>
              <a:buChar char="○"/>
              <a:defRPr sz="1200"/>
            </a:lvl5pPr>
            <a:lvl6pPr indent="-304800" lvl="5" marL="2743200" algn="l">
              <a:lnSpc>
                <a:spcPct val="115000"/>
              </a:lnSpc>
              <a:spcBef>
                <a:spcPts val="1600"/>
              </a:spcBef>
              <a:spcAft>
                <a:spcPts val="0"/>
              </a:spcAft>
              <a:buSzPts val="1200"/>
              <a:buFont typeface="Nunito Light"/>
              <a:buChar char="■"/>
              <a:defRPr sz="1200"/>
            </a:lvl6pPr>
            <a:lvl7pPr indent="-304800" lvl="6" marL="3200400" algn="l">
              <a:lnSpc>
                <a:spcPct val="115000"/>
              </a:lnSpc>
              <a:spcBef>
                <a:spcPts val="1600"/>
              </a:spcBef>
              <a:spcAft>
                <a:spcPts val="0"/>
              </a:spcAft>
              <a:buSzPts val="1200"/>
              <a:buFont typeface="Nunito Light"/>
              <a:buChar char="●"/>
              <a:defRPr sz="1200"/>
            </a:lvl7pPr>
            <a:lvl8pPr indent="-304800" lvl="7" marL="3657600" algn="l">
              <a:lnSpc>
                <a:spcPct val="115000"/>
              </a:lnSpc>
              <a:spcBef>
                <a:spcPts val="1600"/>
              </a:spcBef>
              <a:spcAft>
                <a:spcPts val="0"/>
              </a:spcAft>
              <a:buSzPts val="1200"/>
              <a:buFont typeface="Nunito Light"/>
              <a:buChar char="○"/>
              <a:defRPr sz="1200"/>
            </a:lvl8pPr>
            <a:lvl9pPr indent="-304800" lvl="8" marL="4114800" algn="l">
              <a:lnSpc>
                <a:spcPct val="115000"/>
              </a:lnSpc>
              <a:spcBef>
                <a:spcPts val="1600"/>
              </a:spcBef>
              <a:spcAft>
                <a:spcPts val="1600"/>
              </a:spcAft>
              <a:buSzPts val="1200"/>
              <a:buFont typeface="Nunito Light"/>
              <a:buChar char="■"/>
              <a:defRPr sz="1200"/>
            </a:lvl9pPr>
          </a:lstStyle>
          <a:p/>
        </p:txBody>
      </p:sp>
      <p:grpSp>
        <p:nvGrpSpPr>
          <p:cNvPr id="138" name="Google Shape;138;p4"/>
          <p:cNvGrpSpPr/>
          <p:nvPr/>
        </p:nvGrpSpPr>
        <p:grpSpPr>
          <a:xfrm flipH="1" rot="-5400000">
            <a:off x="8029195" y="-768656"/>
            <a:ext cx="346189" cy="1883426"/>
            <a:chOff x="1015564" y="2912671"/>
            <a:chExt cx="276730" cy="1398445"/>
          </a:xfrm>
        </p:grpSpPr>
        <p:sp>
          <p:nvSpPr>
            <p:cNvPr id="139" name="Google Shape;139;p4"/>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4"/>
          <p:cNvGrpSpPr/>
          <p:nvPr/>
        </p:nvGrpSpPr>
        <p:grpSpPr>
          <a:xfrm rot="5400000">
            <a:off x="1164743" y="3769144"/>
            <a:ext cx="209624" cy="2539086"/>
            <a:chOff x="9" y="2835115"/>
            <a:chExt cx="134668" cy="1631070"/>
          </a:xfrm>
        </p:grpSpPr>
        <p:sp>
          <p:nvSpPr>
            <p:cNvPr id="145" name="Google Shape;145;p4"/>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9" name="Shape 149"/>
        <p:cNvGrpSpPr/>
        <p:nvPr/>
      </p:nvGrpSpPr>
      <p:grpSpPr>
        <a:xfrm>
          <a:off x="0" y="0"/>
          <a:ext cx="0" cy="0"/>
          <a:chOff x="0" y="0"/>
          <a:chExt cx="0" cy="0"/>
        </a:xfrm>
      </p:grpSpPr>
      <p:sp>
        <p:nvSpPr>
          <p:cNvPr id="150" name="Google Shape;150;p5"/>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1" name="Google Shape;151;p5"/>
          <p:cNvGrpSpPr/>
          <p:nvPr/>
        </p:nvGrpSpPr>
        <p:grpSpPr>
          <a:xfrm rot="10800000">
            <a:off x="396301" y="-696825"/>
            <a:ext cx="1221552" cy="2622112"/>
            <a:chOff x="5452016" y="2824589"/>
            <a:chExt cx="689908" cy="1480917"/>
          </a:xfrm>
        </p:grpSpPr>
        <p:sp>
          <p:nvSpPr>
            <p:cNvPr id="152" name="Google Shape;152;p5"/>
            <p:cNvSpPr/>
            <p:nvPr/>
          </p:nvSpPr>
          <p:spPr>
            <a:xfrm rot="-5400000">
              <a:off x="5392462" y="3556043"/>
              <a:ext cx="1325804" cy="173120"/>
            </a:xfrm>
            <a:custGeom>
              <a:rect b="b" l="l" r="r" t="t"/>
              <a:pathLst>
                <a:path extrusionOk="0" h="3980" w="3048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5"/>
            <p:cNvSpPr/>
            <p:nvPr/>
          </p:nvSpPr>
          <p:spPr>
            <a:xfrm rot="-5400000">
              <a:off x="5265885" y="3473528"/>
              <a:ext cx="1480916" cy="183037"/>
            </a:xfrm>
            <a:custGeom>
              <a:rect b="b" l="l" r="r" t="t"/>
              <a:pathLst>
                <a:path extrusionOk="0" h="4208" w="34046">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5"/>
            <p:cNvSpPr/>
            <p:nvPr/>
          </p:nvSpPr>
          <p:spPr>
            <a:xfrm rot="-5400000">
              <a:off x="5330414" y="3589558"/>
              <a:ext cx="1245768" cy="186126"/>
            </a:xfrm>
            <a:custGeom>
              <a:rect b="b" l="l" r="r" t="t"/>
              <a:pathLst>
                <a:path extrusionOk="0" h="4279" w="2864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5"/>
            <p:cNvSpPr/>
            <p:nvPr/>
          </p:nvSpPr>
          <p:spPr>
            <a:xfrm rot="-5400000">
              <a:off x="5370411" y="3676053"/>
              <a:ext cx="1059686" cy="199219"/>
            </a:xfrm>
            <a:custGeom>
              <a:rect b="b" l="l" r="r" t="t"/>
              <a:pathLst>
                <a:path extrusionOk="0" h="4580" w="24362">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5"/>
            <p:cNvSpPr/>
            <p:nvPr/>
          </p:nvSpPr>
          <p:spPr>
            <a:xfrm rot="-5400000">
              <a:off x="5334134" y="3789929"/>
              <a:ext cx="935588" cy="95564"/>
            </a:xfrm>
            <a:custGeom>
              <a:rect b="b" l="l" r="r" t="t"/>
              <a:pathLst>
                <a:path extrusionOk="0" h="2197" w="21509">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5"/>
            <p:cNvSpPr/>
            <p:nvPr/>
          </p:nvSpPr>
          <p:spPr>
            <a:xfrm rot="-5400000">
              <a:off x="5331634" y="3818442"/>
              <a:ext cx="868602" cy="105525"/>
            </a:xfrm>
            <a:custGeom>
              <a:rect b="b" l="l" r="r" t="t"/>
              <a:pathLst>
                <a:path extrusionOk="0" h="2426" w="19969">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5"/>
            <p:cNvSpPr/>
            <p:nvPr/>
          </p:nvSpPr>
          <p:spPr>
            <a:xfrm rot="-5400000">
              <a:off x="5163516" y="3683817"/>
              <a:ext cx="1119234" cy="124142"/>
            </a:xfrm>
            <a:custGeom>
              <a:rect b="b" l="l" r="r" t="t"/>
              <a:pathLst>
                <a:path extrusionOk="0" h="2854" w="25731">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rot="-5400000">
              <a:off x="5189572" y="3740886"/>
              <a:ext cx="982130" cy="147109"/>
            </a:xfrm>
            <a:custGeom>
              <a:rect b="b" l="l" r="r" t="t"/>
              <a:pathLst>
                <a:path extrusionOk="0" h="3382" w="22579">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5"/>
            <p:cNvSpPr/>
            <p:nvPr/>
          </p:nvSpPr>
          <p:spPr>
            <a:xfrm rot="-5400000">
              <a:off x="5194836" y="3787124"/>
              <a:ext cx="868602" cy="168161"/>
            </a:xfrm>
            <a:custGeom>
              <a:rect b="b" l="l" r="r" t="t"/>
              <a:pathLst>
                <a:path extrusionOk="0" h="3866" w="19969">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5"/>
            <p:cNvSpPr/>
            <p:nvPr/>
          </p:nvSpPr>
          <p:spPr>
            <a:xfrm rot="-5400000">
              <a:off x="5215324" y="3849151"/>
              <a:ext cx="733977" cy="178731"/>
            </a:xfrm>
            <a:custGeom>
              <a:rect b="b" l="l" r="r" t="t"/>
              <a:pathLst>
                <a:path extrusionOk="0" h="4109" w="16874">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rot="-5400000">
              <a:off x="5841900" y="4018530"/>
              <a:ext cx="465336" cy="108613"/>
            </a:xfrm>
            <a:custGeom>
              <a:rect b="b" l="l" r="r" t="t"/>
              <a:pathLst>
                <a:path extrusionOk="0" h="2497" w="10698">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p:nvPr/>
          </p:nvSpPr>
          <p:spPr>
            <a:xfrm rot="-5400000">
              <a:off x="5874501" y="4051132"/>
              <a:ext cx="431191" cy="77556"/>
            </a:xfrm>
            <a:custGeom>
              <a:rect b="b" l="l" r="r" t="t"/>
              <a:pathLst>
                <a:path extrusionOk="0" h="1783" w="9913">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p:nvPr/>
          </p:nvSpPr>
          <p:spPr>
            <a:xfrm rot="-5400000">
              <a:off x="5229613" y="3907503"/>
              <a:ext cx="620405" cy="175599"/>
            </a:xfrm>
            <a:custGeom>
              <a:rect b="b" l="l" r="r" t="t"/>
              <a:pathLst>
                <a:path extrusionOk="0" h="4037" w="14263">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5"/>
          <p:cNvGrpSpPr/>
          <p:nvPr/>
        </p:nvGrpSpPr>
        <p:grpSpPr>
          <a:xfrm>
            <a:off x="6976252" y="3748209"/>
            <a:ext cx="1701243" cy="2750653"/>
            <a:chOff x="6976252" y="2907159"/>
            <a:chExt cx="1701243" cy="2750653"/>
          </a:xfrm>
        </p:grpSpPr>
        <p:grpSp>
          <p:nvGrpSpPr>
            <p:cNvPr id="166" name="Google Shape;166;p5"/>
            <p:cNvGrpSpPr/>
            <p:nvPr/>
          </p:nvGrpSpPr>
          <p:grpSpPr>
            <a:xfrm>
              <a:off x="6976252" y="2907159"/>
              <a:ext cx="847021" cy="2750652"/>
              <a:chOff x="6278982" y="2751992"/>
              <a:chExt cx="478381" cy="1553514"/>
            </a:xfrm>
          </p:grpSpPr>
          <p:sp>
            <p:nvSpPr>
              <p:cNvPr id="167" name="Google Shape;167;p5"/>
              <p:cNvSpPr/>
              <p:nvPr/>
            </p:nvSpPr>
            <p:spPr>
              <a:xfrm rot="-5400000">
                <a:off x="6192439" y="3740581"/>
                <a:ext cx="1059686" cy="70161"/>
              </a:xfrm>
              <a:custGeom>
                <a:rect b="b" l="l" r="r" t="t"/>
                <a:pathLst>
                  <a:path extrusionOk="0" h="1613" w="24362">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p:nvPr/>
            </p:nvSpPr>
            <p:spPr>
              <a:xfrm rot="-5400000">
                <a:off x="6010359" y="3607522"/>
                <a:ext cx="1325804" cy="70161"/>
              </a:xfrm>
              <a:custGeom>
                <a:rect b="b" l="l" r="r" t="t"/>
                <a:pathLst>
                  <a:path extrusionOk="0" h="1613" w="3048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
              <p:cNvSpPr/>
              <p:nvPr/>
            </p:nvSpPr>
            <p:spPr>
              <a:xfrm rot="-5400000">
                <a:off x="6022147" y="3665853"/>
                <a:ext cx="1214755" cy="64550"/>
              </a:xfrm>
              <a:custGeom>
                <a:rect b="b" l="l" r="r" t="t"/>
                <a:pathLst>
                  <a:path extrusionOk="0" h="1484" w="27927">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rot="-5400000">
                <a:off x="5843461" y="3619310"/>
                <a:ext cx="1279305" cy="93085"/>
              </a:xfrm>
              <a:custGeom>
                <a:rect b="b" l="l" r="r" t="t"/>
                <a:pathLst>
                  <a:path extrusionOk="0" h="2140" w="29411">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5"/>
              <p:cNvSpPr/>
              <p:nvPr/>
            </p:nvSpPr>
            <p:spPr>
              <a:xfrm rot="-5400000">
                <a:off x="5753204" y="3565025"/>
                <a:ext cx="1374825" cy="106134"/>
              </a:xfrm>
              <a:custGeom>
                <a:rect b="b" l="l" r="r" t="t"/>
                <a:pathLst>
                  <a:path extrusionOk="0" h="2440" w="31607">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rot="-5400000">
                <a:off x="5618885" y="3466677"/>
                <a:ext cx="1553513" cy="124142"/>
              </a:xfrm>
              <a:custGeom>
                <a:rect b="b" l="l" r="r" t="t"/>
                <a:pathLst>
                  <a:path extrusionOk="0" h="2854" w="35715">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5"/>
              <p:cNvSpPr/>
              <p:nvPr/>
            </p:nvSpPr>
            <p:spPr>
              <a:xfrm rot="-5400000">
                <a:off x="5790418" y="3674835"/>
                <a:ext cx="1119234" cy="142106"/>
              </a:xfrm>
              <a:custGeom>
                <a:rect b="b" l="l" r="r" t="t"/>
                <a:pathLst>
                  <a:path extrusionOk="0" h="3267" w="25731">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5"/>
              <p:cNvSpPr/>
              <p:nvPr/>
            </p:nvSpPr>
            <p:spPr>
              <a:xfrm rot="-5400000">
                <a:off x="6430370" y="3978513"/>
                <a:ext cx="620405" cy="33580"/>
              </a:xfrm>
              <a:custGeom>
                <a:rect b="b" l="l" r="r" t="t"/>
                <a:pathLst>
                  <a:path extrusionOk="0" h="772" w="14263">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5"/>
              <p:cNvSpPr/>
              <p:nvPr/>
            </p:nvSpPr>
            <p:spPr>
              <a:xfrm rot="-5400000">
                <a:off x="5858989" y="3544234"/>
                <a:ext cx="1460429" cy="62114"/>
              </a:xfrm>
              <a:custGeom>
                <a:rect b="b" l="l" r="r" t="t"/>
                <a:pathLst>
                  <a:path extrusionOk="0" h="1428" w="33575">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5"/>
            <p:cNvGrpSpPr/>
            <p:nvPr/>
          </p:nvGrpSpPr>
          <p:grpSpPr>
            <a:xfrm>
              <a:off x="7899709" y="3118109"/>
              <a:ext cx="777786" cy="2539703"/>
              <a:chOff x="6961407" y="2871131"/>
              <a:chExt cx="439278" cy="1434375"/>
            </a:xfrm>
          </p:grpSpPr>
          <p:sp>
            <p:nvSpPr>
              <p:cNvPr id="177" name="Google Shape;177;p5"/>
              <p:cNvSpPr/>
              <p:nvPr/>
            </p:nvSpPr>
            <p:spPr>
              <a:xfrm rot="-5400000">
                <a:off x="6647504" y="3552324"/>
                <a:ext cx="1374825" cy="131536"/>
              </a:xfrm>
              <a:custGeom>
                <a:rect b="b" l="l" r="r" t="t"/>
                <a:pathLst>
                  <a:path extrusionOk="0" h="3024" w="31607">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rot="-5400000">
                <a:off x="6677278" y="3618071"/>
                <a:ext cx="1230283" cy="144586"/>
              </a:xfrm>
              <a:custGeom>
                <a:rect b="b" l="l" r="r" t="t"/>
                <a:pathLst>
                  <a:path extrusionOk="0" h="3324" w="28284">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rot="-5400000">
                <a:off x="6529931" y="3512306"/>
                <a:ext cx="1434374" cy="152024"/>
              </a:xfrm>
              <a:custGeom>
                <a:rect b="b" l="l" r="r" t="t"/>
                <a:pathLst>
                  <a:path extrusionOk="0" h="3495" w="32976">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rot="-5400000">
                <a:off x="6645331" y="3671116"/>
                <a:ext cx="1098138" cy="170641"/>
              </a:xfrm>
              <a:custGeom>
                <a:rect b="b" l="l" r="r" t="t"/>
                <a:pathLst>
                  <a:path extrusionOk="0" h="3923" w="25246">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rot="-5400000">
                <a:off x="6506661" y="3582076"/>
                <a:ext cx="1284264" cy="162594"/>
              </a:xfrm>
              <a:custGeom>
                <a:rect b="b" l="l" r="r" t="t"/>
                <a:pathLst>
                  <a:path extrusionOk="0" h="3738" w="29525">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rot="-5400000">
                <a:off x="6617711" y="3742147"/>
                <a:ext cx="953596" cy="173120"/>
              </a:xfrm>
              <a:custGeom>
                <a:rect b="b" l="l" r="r" t="t"/>
                <a:pathLst>
                  <a:path extrusionOk="0" h="3980" w="21923">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rot="-5400000">
                <a:off x="6516884" y="3690342"/>
                <a:ext cx="1059686" cy="170641"/>
              </a:xfrm>
              <a:custGeom>
                <a:rect b="b" l="l" r="r" t="t"/>
                <a:pathLst>
                  <a:path extrusionOk="0" h="3923" w="24362">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4" name="Google Shape;184;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5" name="Google Shape;185;p5"/>
          <p:cNvSpPr txBox="1"/>
          <p:nvPr>
            <p:ph idx="1" type="subTitle"/>
          </p:nvPr>
        </p:nvSpPr>
        <p:spPr>
          <a:xfrm>
            <a:off x="5040058" y="2339784"/>
            <a:ext cx="2560500" cy="12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6" name="Google Shape;186;p5"/>
          <p:cNvSpPr txBox="1"/>
          <p:nvPr>
            <p:ph idx="2" type="subTitle"/>
          </p:nvPr>
        </p:nvSpPr>
        <p:spPr>
          <a:xfrm>
            <a:off x="1543450" y="2339784"/>
            <a:ext cx="2560500" cy="12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7" name="Google Shape;187;p5"/>
          <p:cNvSpPr txBox="1"/>
          <p:nvPr>
            <p:ph idx="3" type="subTitle"/>
          </p:nvPr>
        </p:nvSpPr>
        <p:spPr>
          <a:xfrm>
            <a:off x="5040051" y="1932150"/>
            <a:ext cx="2560500" cy="508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 name="Google Shape;188;p5"/>
          <p:cNvSpPr txBox="1"/>
          <p:nvPr>
            <p:ph idx="4" type="subTitle"/>
          </p:nvPr>
        </p:nvSpPr>
        <p:spPr>
          <a:xfrm>
            <a:off x="1543450" y="1932150"/>
            <a:ext cx="2560500" cy="5088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6"/>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grpSp>
        <p:nvGrpSpPr>
          <p:cNvPr id="192" name="Google Shape;192;p6"/>
          <p:cNvGrpSpPr/>
          <p:nvPr/>
        </p:nvGrpSpPr>
        <p:grpSpPr>
          <a:xfrm rot="5400000">
            <a:off x="1164816" y="3526193"/>
            <a:ext cx="209623" cy="2539087"/>
            <a:chOff x="9" y="2835115"/>
            <a:chExt cx="134668" cy="1631070"/>
          </a:xfrm>
        </p:grpSpPr>
        <p:sp>
          <p:nvSpPr>
            <p:cNvPr id="193" name="Google Shape;193;p6"/>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6"/>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6"/>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 name="Google Shape;197;p6"/>
          <p:cNvGrpSpPr/>
          <p:nvPr/>
        </p:nvGrpSpPr>
        <p:grpSpPr>
          <a:xfrm flipH="1" rot="-5400000">
            <a:off x="8202185" y="-679108"/>
            <a:ext cx="457159" cy="2310232"/>
            <a:chOff x="1015564" y="2912671"/>
            <a:chExt cx="276731" cy="1398446"/>
          </a:xfrm>
        </p:grpSpPr>
        <p:sp>
          <p:nvSpPr>
            <p:cNvPr id="198" name="Google Shape;198;p6"/>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6"/>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6"/>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203" name="Shape 203"/>
        <p:cNvGrpSpPr/>
        <p:nvPr/>
      </p:nvGrpSpPr>
      <p:grpSpPr>
        <a:xfrm>
          <a:off x="0" y="0"/>
          <a:ext cx="0" cy="0"/>
          <a:chOff x="0" y="0"/>
          <a:chExt cx="0" cy="0"/>
        </a:xfrm>
      </p:grpSpPr>
      <p:sp>
        <p:nvSpPr>
          <p:cNvPr id="204" name="Google Shape;204;p7"/>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206" name="Google Shape;206;p7"/>
          <p:cNvSpPr txBox="1"/>
          <p:nvPr>
            <p:ph idx="1" type="body"/>
          </p:nvPr>
        </p:nvSpPr>
        <p:spPr>
          <a:xfrm>
            <a:off x="720000" y="1215751"/>
            <a:ext cx="7704000" cy="1108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50"/>
            </a:lvl1pPr>
            <a:lvl2pPr indent="-304800" lvl="1" marL="914400" algn="l">
              <a:lnSpc>
                <a:spcPct val="115000"/>
              </a:lnSpc>
              <a:spcBef>
                <a:spcPts val="1600"/>
              </a:spcBef>
              <a:spcAft>
                <a:spcPts val="0"/>
              </a:spcAft>
              <a:buSzPts val="1200"/>
              <a:buFont typeface="Roboto Condensed Light"/>
              <a:buChar char="○"/>
              <a:defRPr/>
            </a:lvl2pPr>
            <a:lvl3pPr indent="-304800" lvl="2" marL="1371600" algn="l">
              <a:lnSpc>
                <a:spcPct val="115000"/>
              </a:lnSpc>
              <a:spcBef>
                <a:spcPts val="1600"/>
              </a:spcBef>
              <a:spcAft>
                <a:spcPts val="0"/>
              </a:spcAft>
              <a:buSzPts val="1200"/>
              <a:buFont typeface="Roboto Condensed Light"/>
              <a:buChar char="■"/>
              <a:defRPr/>
            </a:lvl3pPr>
            <a:lvl4pPr indent="-304800" lvl="3" marL="1828800" algn="l">
              <a:lnSpc>
                <a:spcPct val="115000"/>
              </a:lnSpc>
              <a:spcBef>
                <a:spcPts val="1600"/>
              </a:spcBef>
              <a:spcAft>
                <a:spcPts val="0"/>
              </a:spcAft>
              <a:buSzPts val="1200"/>
              <a:buFont typeface="Roboto Condensed Light"/>
              <a:buChar char="●"/>
              <a:defRPr/>
            </a:lvl4pPr>
            <a:lvl5pPr indent="-304800" lvl="4" marL="2286000" algn="l">
              <a:lnSpc>
                <a:spcPct val="115000"/>
              </a:lnSpc>
              <a:spcBef>
                <a:spcPts val="1600"/>
              </a:spcBef>
              <a:spcAft>
                <a:spcPts val="0"/>
              </a:spcAft>
              <a:buSzPts val="1200"/>
              <a:buFont typeface="Roboto Condensed Light"/>
              <a:buChar char="○"/>
              <a:defRPr/>
            </a:lvl5pPr>
            <a:lvl6pPr indent="-304800" lvl="5" marL="2743200" algn="l">
              <a:lnSpc>
                <a:spcPct val="115000"/>
              </a:lnSpc>
              <a:spcBef>
                <a:spcPts val="1600"/>
              </a:spcBef>
              <a:spcAft>
                <a:spcPts val="0"/>
              </a:spcAft>
              <a:buSzPts val="1200"/>
              <a:buFont typeface="Roboto Condensed Light"/>
              <a:buChar char="■"/>
              <a:defRPr/>
            </a:lvl6pPr>
            <a:lvl7pPr indent="-304800" lvl="6" marL="3200400" algn="l">
              <a:lnSpc>
                <a:spcPct val="115000"/>
              </a:lnSpc>
              <a:spcBef>
                <a:spcPts val="1600"/>
              </a:spcBef>
              <a:spcAft>
                <a:spcPts val="0"/>
              </a:spcAft>
              <a:buSzPts val="1200"/>
              <a:buFont typeface="Roboto Condensed Light"/>
              <a:buChar char="●"/>
              <a:defRPr/>
            </a:lvl7pPr>
            <a:lvl8pPr indent="-304800" lvl="7" marL="3657600" algn="l">
              <a:lnSpc>
                <a:spcPct val="115000"/>
              </a:lnSpc>
              <a:spcBef>
                <a:spcPts val="1600"/>
              </a:spcBef>
              <a:spcAft>
                <a:spcPts val="0"/>
              </a:spcAft>
              <a:buSzPts val="1200"/>
              <a:buFont typeface="Roboto Condensed Light"/>
              <a:buChar char="○"/>
              <a:defRPr/>
            </a:lvl8pPr>
            <a:lvl9pPr indent="-304800" lvl="8" marL="4114800" algn="l">
              <a:lnSpc>
                <a:spcPct val="115000"/>
              </a:lnSpc>
              <a:spcBef>
                <a:spcPts val="1600"/>
              </a:spcBef>
              <a:spcAft>
                <a:spcPts val="1600"/>
              </a:spcAft>
              <a:buSzPts val="1200"/>
              <a:buFont typeface="Roboto Condensed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7" name="Shape 207"/>
        <p:cNvGrpSpPr/>
        <p:nvPr/>
      </p:nvGrpSpPr>
      <p:grpSpPr>
        <a:xfrm>
          <a:off x="0" y="0"/>
          <a:ext cx="0" cy="0"/>
          <a:chOff x="0" y="0"/>
          <a:chExt cx="0" cy="0"/>
        </a:xfrm>
      </p:grpSpPr>
      <p:sp>
        <p:nvSpPr>
          <p:cNvPr id="208" name="Google Shape;208;p8"/>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0" name="Google Shape;210;p8"/>
          <p:cNvSpPr txBox="1"/>
          <p:nvPr>
            <p:ph idx="1" type="subTitle"/>
          </p:nvPr>
        </p:nvSpPr>
        <p:spPr>
          <a:xfrm>
            <a:off x="2307563" y="1943207"/>
            <a:ext cx="4767000" cy="640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1" name="Google Shape;211;p8"/>
          <p:cNvSpPr txBox="1"/>
          <p:nvPr>
            <p:ph idx="2" type="subTitle"/>
          </p:nvPr>
        </p:nvSpPr>
        <p:spPr>
          <a:xfrm>
            <a:off x="2307563" y="3454382"/>
            <a:ext cx="47670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2" name="Google Shape;212;p8"/>
          <p:cNvSpPr txBox="1"/>
          <p:nvPr>
            <p:ph idx="3" type="subTitle"/>
          </p:nvPr>
        </p:nvSpPr>
        <p:spPr>
          <a:xfrm>
            <a:off x="2307563" y="1556950"/>
            <a:ext cx="4767000" cy="488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3" name="Google Shape;213;p8"/>
          <p:cNvSpPr txBox="1"/>
          <p:nvPr>
            <p:ph idx="4" type="subTitle"/>
          </p:nvPr>
        </p:nvSpPr>
        <p:spPr>
          <a:xfrm>
            <a:off x="2307563" y="3071200"/>
            <a:ext cx="4767000" cy="4884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4" name="Shape 214"/>
        <p:cNvGrpSpPr/>
        <p:nvPr/>
      </p:nvGrpSpPr>
      <p:grpSpPr>
        <a:xfrm>
          <a:off x="0" y="0"/>
          <a:ext cx="0" cy="0"/>
          <a:chOff x="0" y="0"/>
          <a:chExt cx="0" cy="0"/>
        </a:xfrm>
      </p:grpSpPr>
      <p:sp>
        <p:nvSpPr>
          <p:cNvPr id="215" name="Google Shape;215;p9"/>
          <p:cNvSpPr/>
          <p:nvPr/>
        </p:nvSpPr>
        <p:spPr>
          <a:xfrm>
            <a:off x="219475" y="181100"/>
            <a:ext cx="8705100" cy="4781100"/>
          </a:xfrm>
          <a:prstGeom prst="roundRect">
            <a:avLst>
              <a:gd fmla="val 5732" name="adj"/>
            </a:avLst>
          </a:prstGeom>
          <a:gradFill>
            <a:gsLst>
              <a:gs pos="0">
                <a:schemeClr val="lt2"/>
              </a:gs>
              <a:gs pos="100000">
                <a:schemeClr val="dk2"/>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9"/>
          <p:cNvGrpSpPr/>
          <p:nvPr/>
        </p:nvGrpSpPr>
        <p:grpSpPr>
          <a:xfrm rot="-5400000">
            <a:off x="7189326" y="2859975"/>
            <a:ext cx="764292" cy="3145047"/>
            <a:chOff x="426802" y="2674436"/>
            <a:chExt cx="397738" cy="1636681"/>
          </a:xfrm>
        </p:grpSpPr>
        <p:sp>
          <p:nvSpPr>
            <p:cNvPr id="217" name="Google Shape;217;p9"/>
            <p:cNvSpPr/>
            <p:nvPr/>
          </p:nvSpPr>
          <p:spPr>
            <a:xfrm rot="-5400000">
              <a:off x="-81621" y="3482511"/>
              <a:ext cx="1556645" cy="100566"/>
            </a:xfrm>
            <a:custGeom>
              <a:rect b="b" l="l" r="r" t="t"/>
              <a:pathLst>
                <a:path extrusionOk="0" h="2312" w="35787">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9"/>
            <p:cNvSpPr/>
            <p:nvPr/>
          </p:nvSpPr>
          <p:spPr>
            <a:xfrm rot="-5400000">
              <a:off x="-285730" y="3386968"/>
              <a:ext cx="1636680" cy="211615"/>
            </a:xfrm>
            <a:custGeom>
              <a:rect b="b" l="l" r="r" t="t"/>
              <a:pathLst>
                <a:path extrusionOk="0" h="4865" w="37627">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rot="-5400000">
              <a:off x="416274" y="4013898"/>
              <a:ext cx="447372" cy="147065"/>
            </a:xfrm>
            <a:custGeom>
              <a:rect b="b" l="l" r="r" t="t"/>
              <a:pathLst>
                <a:path extrusionOk="0" h="3381" w="10285">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rot="-5400000">
              <a:off x="32255" y="3518831"/>
              <a:ext cx="1497053" cy="87517"/>
            </a:xfrm>
            <a:custGeom>
              <a:rect b="b" l="l" r="r" t="t"/>
              <a:pathLst>
                <a:path extrusionOk="0" h="2012" w="34417">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rot="-5400000">
              <a:off x="48067" y="3573094"/>
              <a:ext cx="1377957" cy="98087"/>
            </a:xfrm>
            <a:custGeom>
              <a:rect b="b" l="l" r="r" t="t"/>
              <a:pathLst>
                <a:path extrusionOk="0" h="2255" w="31679">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9"/>
            <p:cNvSpPr/>
            <p:nvPr/>
          </p:nvSpPr>
          <p:spPr>
            <a:xfrm rot="-5400000">
              <a:off x="-80031" y="3527509"/>
              <a:ext cx="1354991" cy="212224"/>
            </a:xfrm>
            <a:custGeom>
              <a:rect b="b" l="l" r="r" t="t"/>
              <a:pathLst>
                <a:path extrusionOk="0" h="4879" w="31151">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9"/>
            <p:cNvSpPr/>
            <p:nvPr/>
          </p:nvSpPr>
          <p:spPr>
            <a:xfrm rot="-5400000">
              <a:off x="-149844" y="3491841"/>
              <a:ext cx="1429458" cy="209092"/>
            </a:xfrm>
            <a:custGeom>
              <a:rect b="b" l="l" r="r" t="t"/>
              <a:pathLst>
                <a:path extrusionOk="0" h="4807" w="32863">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 name="Google Shape;224;p9"/>
          <p:cNvGrpSpPr/>
          <p:nvPr/>
        </p:nvGrpSpPr>
        <p:grpSpPr>
          <a:xfrm rot="10800000">
            <a:off x="346036" y="-4"/>
            <a:ext cx="586679" cy="2547665"/>
            <a:chOff x="4792514" y="2979701"/>
            <a:chExt cx="305307" cy="1325804"/>
          </a:xfrm>
        </p:grpSpPr>
        <p:sp>
          <p:nvSpPr>
            <p:cNvPr id="225" name="Google Shape;225;p9"/>
            <p:cNvSpPr/>
            <p:nvPr/>
          </p:nvSpPr>
          <p:spPr>
            <a:xfrm rot="-5400000">
              <a:off x="4409125" y="3616809"/>
              <a:ext cx="1266256" cy="111136"/>
            </a:xfrm>
            <a:custGeom>
              <a:rect b="b" l="l" r="r" t="t"/>
              <a:pathLst>
                <a:path extrusionOk="0" h="2555" w="29111">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9"/>
            <p:cNvSpPr/>
            <p:nvPr/>
          </p:nvSpPr>
          <p:spPr>
            <a:xfrm rot="-5400000">
              <a:off x="4335310" y="3589536"/>
              <a:ext cx="1325804" cy="106134"/>
            </a:xfrm>
            <a:custGeom>
              <a:rect b="b" l="l" r="r" t="t"/>
              <a:pathLst>
                <a:path extrusionOk="0" h="2440" w="3048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rot="-5400000">
              <a:off x="4348012" y="3656827"/>
              <a:ext cx="1196790" cy="100566"/>
            </a:xfrm>
            <a:custGeom>
              <a:rect b="b" l="l" r="r" t="t"/>
              <a:pathLst>
                <a:path extrusionOk="0" h="2312" w="27514">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rot="-5400000">
              <a:off x="4316977" y="3695300"/>
              <a:ext cx="1119234" cy="101175"/>
            </a:xfrm>
            <a:custGeom>
              <a:rect b="b" l="l" r="r" t="t"/>
              <a:pathLst>
                <a:path extrusionOk="0" h="2326" w="25731">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rot="-5400000">
              <a:off x="4328765" y="3810699"/>
              <a:ext cx="958554" cy="31057"/>
            </a:xfrm>
            <a:custGeom>
              <a:rect b="b" l="l" r="r" t="t"/>
              <a:pathLst>
                <a:path extrusionOk="0" h="714" w="22037">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0" name="Google Shape;230;p9"/>
          <p:cNvSpPr txBox="1"/>
          <p:nvPr>
            <p:ph idx="1" type="subTitle"/>
          </p:nvPr>
        </p:nvSpPr>
        <p:spPr>
          <a:xfrm>
            <a:off x="720075"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1" name="Google Shape;231;p9"/>
          <p:cNvSpPr txBox="1"/>
          <p:nvPr>
            <p:ph idx="2" type="subTitle"/>
          </p:nvPr>
        </p:nvSpPr>
        <p:spPr>
          <a:xfrm>
            <a:off x="3419293"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 name="Google Shape;232;p9"/>
          <p:cNvSpPr txBox="1"/>
          <p:nvPr>
            <p:ph idx="3" type="subTitle"/>
          </p:nvPr>
        </p:nvSpPr>
        <p:spPr>
          <a:xfrm>
            <a:off x="6118519" y="2883490"/>
            <a:ext cx="2305500" cy="86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 name="Google Shape;233;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4" name="Google Shape;234;p9"/>
          <p:cNvSpPr txBox="1"/>
          <p:nvPr>
            <p:ph idx="4" type="subTitle"/>
          </p:nvPr>
        </p:nvSpPr>
        <p:spPr>
          <a:xfrm>
            <a:off x="720075"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9"/>
          <p:cNvSpPr txBox="1"/>
          <p:nvPr>
            <p:ph idx="5" type="subTitle"/>
          </p:nvPr>
        </p:nvSpPr>
        <p:spPr>
          <a:xfrm>
            <a:off x="3419296"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6" name="Google Shape;236;p9"/>
          <p:cNvSpPr txBox="1"/>
          <p:nvPr>
            <p:ph idx="6" type="subTitle"/>
          </p:nvPr>
        </p:nvSpPr>
        <p:spPr>
          <a:xfrm>
            <a:off x="6118523" y="2408950"/>
            <a:ext cx="23055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Bebas Neue"/>
              <a:buNone/>
              <a:defRPr sz="2000">
                <a:latin typeface="Anton"/>
                <a:ea typeface="Anton"/>
                <a:cs typeface="Anton"/>
                <a:sym typeface="Anton"/>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95375" y="231800"/>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Lexend"/>
              <a:buNone/>
              <a:defRPr i="0" sz="30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3000"/>
              <a:buFont typeface="Lexend"/>
              <a:buNone/>
              <a:defRPr b="1" i="0" sz="30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713225" y="863550"/>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9pPr>
          </a:lstStyle>
          <a:p/>
        </p:txBody>
      </p:sp>
      <p:grpSp>
        <p:nvGrpSpPr>
          <p:cNvPr id="8" name="Google Shape;8;p1"/>
          <p:cNvGrpSpPr/>
          <p:nvPr/>
        </p:nvGrpSpPr>
        <p:grpSpPr>
          <a:xfrm flipH="1" rot="-5400000">
            <a:off x="8029195" y="-768656"/>
            <a:ext cx="346189" cy="1883426"/>
            <a:chOff x="1015564" y="2912671"/>
            <a:chExt cx="276730" cy="1398445"/>
          </a:xfrm>
        </p:grpSpPr>
        <p:sp>
          <p:nvSpPr>
            <p:cNvPr id="9" name="Google Shape;9;p1"/>
            <p:cNvSpPr/>
            <p:nvPr/>
          </p:nvSpPr>
          <p:spPr>
            <a:xfrm rot="-5400000">
              <a:off x="996011" y="4014833"/>
              <a:ext cx="455419" cy="137148"/>
            </a:xfrm>
            <a:custGeom>
              <a:rect b="b" l="l" r="r" t="t"/>
              <a:pathLst>
                <a:path extrusionOk="0" h="3153" w="1047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1"/>
            <p:cNvSpPr/>
            <p:nvPr/>
          </p:nvSpPr>
          <p:spPr>
            <a:xfrm rot="-5400000">
              <a:off x="961278" y="3980100"/>
              <a:ext cx="491391" cy="170641"/>
            </a:xfrm>
            <a:custGeom>
              <a:rect b="b" l="l" r="r" t="t"/>
              <a:pathLst>
                <a:path extrusionOk="0" h="3923" w="11297">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rot="-5400000">
              <a:off x="536004" y="3681359"/>
              <a:ext cx="1109317" cy="150197"/>
            </a:xfrm>
            <a:custGeom>
              <a:rect b="b" l="l" r="r" t="t"/>
              <a:pathLst>
                <a:path extrusionOk="0" h="3453" w="2550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rot="-5400000">
              <a:off x="486982" y="3518809"/>
              <a:ext cx="1398445" cy="186169"/>
            </a:xfrm>
            <a:custGeom>
              <a:rect b="b" l="l" r="r" t="t"/>
              <a:pathLst>
                <a:path extrusionOk="0" h="4280" w="3215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rot="-5400000">
              <a:off x="493507" y="3571876"/>
              <a:ext cx="1302881" cy="175599"/>
            </a:xfrm>
            <a:custGeom>
              <a:rect b="b" l="l" r="r" t="t"/>
              <a:pathLst>
                <a:path extrusionOk="0" h="4037" w="29953">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1"/>
          <p:cNvGrpSpPr/>
          <p:nvPr/>
        </p:nvGrpSpPr>
        <p:grpSpPr>
          <a:xfrm rot="5400000">
            <a:off x="1164743" y="3769144"/>
            <a:ext cx="209624" cy="2539086"/>
            <a:chOff x="9" y="2835115"/>
            <a:chExt cx="134668" cy="1631070"/>
          </a:xfrm>
        </p:grpSpPr>
        <p:sp>
          <p:nvSpPr>
            <p:cNvPr id="15" name="Google Shape;15;p1"/>
            <p:cNvSpPr/>
            <p:nvPr/>
          </p:nvSpPr>
          <p:spPr>
            <a:xfrm rot="-5400000">
              <a:off x="-655129" y="3676378"/>
              <a:ext cx="1497053" cy="82558"/>
            </a:xfrm>
            <a:custGeom>
              <a:rect b="b" l="l" r="r" t="t"/>
              <a:pathLst>
                <a:path extrusionOk="0" h="1898" w="34417">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
            <p:cNvSpPr/>
            <p:nvPr/>
          </p:nvSpPr>
          <p:spPr>
            <a:xfrm rot="-5400000">
              <a:off x="-420003" y="3973575"/>
              <a:ext cx="912621" cy="72597"/>
            </a:xfrm>
            <a:custGeom>
              <a:rect b="b" l="l" r="r" t="t"/>
              <a:pathLst>
                <a:path extrusionOk="0" h="1669" w="20981">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rot="-5400000">
              <a:off x="-388076" y="4029078"/>
              <a:ext cx="843156" cy="31057"/>
            </a:xfrm>
            <a:custGeom>
              <a:rect b="b" l="l" r="r" t="t"/>
              <a:pathLst>
                <a:path extrusionOk="0" h="714" w="1938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rot="-5400000">
              <a:off x="-758457" y="3604107"/>
              <a:ext cx="1631069" cy="93085"/>
            </a:xfrm>
            <a:custGeom>
              <a:rect b="b" l="l" r="r" t="t"/>
              <a:pathLst>
                <a:path extrusionOk="0" h="2140" w="37498">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20" Type="http://schemas.openxmlformats.org/officeDocument/2006/relationships/slide" Target="/ppt/slides/slide20.xml"/><Relationship Id="rId11" Type="http://schemas.openxmlformats.org/officeDocument/2006/relationships/slide" Target="/ppt/slides/slide11.xml"/><Relationship Id="rId10" Type="http://schemas.openxmlformats.org/officeDocument/2006/relationships/slide" Target="/ppt/slides/slide10.xml"/><Relationship Id="rId13" Type="http://schemas.openxmlformats.org/officeDocument/2006/relationships/slide" Target="/ppt/slides/slide13.xml"/><Relationship Id="rId12" Type="http://schemas.openxmlformats.org/officeDocument/2006/relationships/slide" Target="/ppt/slides/slide12.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9" Type="http://schemas.openxmlformats.org/officeDocument/2006/relationships/slide" Target="/ppt/slides/slide9.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7.xml"/><Relationship Id="rId16" Type="http://schemas.openxmlformats.org/officeDocument/2006/relationships/slide" Target="/ppt/slides/slide16.xml"/><Relationship Id="rId5" Type="http://schemas.openxmlformats.org/officeDocument/2006/relationships/slide" Target="/ppt/slides/slide5.xml"/><Relationship Id="rId19" Type="http://schemas.openxmlformats.org/officeDocument/2006/relationships/slide" Target="/ppt/slides/slide19.xml"/><Relationship Id="rId6" Type="http://schemas.openxmlformats.org/officeDocument/2006/relationships/slide" Target="/ppt/slides/slide6.xml"/><Relationship Id="rId18" Type="http://schemas.openxmlformats.org/officeDocument/2006/relationships/slide" Target="/ppt/slides/slide18.xml"/><Relationship Id="rId7" Type="http://schemas.openxmlformats.org/officeDocument/2006/relationships/slide" Target="/ppt/slides/slide7.xml"/><Relationship Id="rId8" Type="http://schemas.openxmlformats.org/officeDocument/2006/relationships/slide" Target="/ppt/slid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eeksforgeeks.org/java/best-java-ide-for-developers/" TargetMode="External"/><Relationship Id="rId4" Type="http://schemas.openxmlformats.org/officeDocument/2006/relationships/hyperlink" Target="https://docs.google.com/document/d/1mqMr_xE4cPg7IMeNPt0dBCIb7HCUp41SqKb_H-I45Sw/edit?tab=t.0" TargetMode="External"/><Relationship Id="rId5" Type="http://schemas.openxmlformats.org/officeDocument/2006/relationships/hyperlink" Target="https://docs.google.com/document/d/1n2Ccp8WnDZuFas2bQuG6qnqFfR0f-KOk/ed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0.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medium.com/p-labs/6-best-fonts-for-coding-to-keep-your-eyes-from-eyestrain-4e8b2c7ed8ec" TargetMode="Externa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vogella.com/tutorials/EclipseDebugging/article.html" TargetMode="External"/><Relationship Id="rId4" Type="http://schemas.openxmlformats.org/officeDocument/2006/relationships/hyperlink" Target="http://127.0.0.1:50297/help/index.jsp?topic=%2Forg.eclipse.platform.doc.user%2FgettingStarted%2Fintro%2Foverview.htm&amp;token=fdd98650-0e1e-4c96-9cd2-cddd6762ef63" TargetMode="External"/><Relationship Id="rId5" Type="http://schemas.openxmlformats.org/officeDocument/2006/relationships/image" Target="../media/image25.png"/><Relationship Id="rId6"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0E0E"/>
        </a:solidFill>
      </p:bgPr>
    </p:bg>
    <p:spTree>
      <p:nvGrpSpPr>
        <p:cNvPr id="240" name="Shape 240"/>
        <p:cNvGrpSpPr/>
        <p:nvPr/>
      </p:nvGrpSpPr>
      <p:grpSpPr>
        <a:xfrm>
          <a:off x="0" y="0"/>
          <a:ext cx="0" cy="0"/>
          <a:chOff x="0" y="0"/>
          <a:chExt cx="0" cy="0"/>
        </a:xfrm>
      </p:grpSpPr>
      <p:sp>
        <p:nvSpPr>
          <p:cNvPr id="241" name="Google Shape;241;p10"/>
          <p:cNvSpPr txBox="1"/>
          <p:nvPr>
            <p:ph type="ctrTitle"/>
          </p:nvPr>
        </p:nvSpPr>
        <p:spPr>
          <a:xfrm>
            <a:off x="646225" y="344225"/>
            <a:ext cx="6235500" cy="1718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200"/>
              <a:buNone/>
            </a:pPr>
            <a:r>
              <a:rPr lang="en" sz="4800"/>
              <a:t>Eclipse IDE</a:t>
            </a:r>
            <a:endParaRPr sz="4800"/>
          </a:p>
          <a:p>
            <a:pPr indent="0" lvl="0" marL="0" rtl="0" algn="l">
              <a:lnSpc>
                <a:spcPct val="100000"/>
              </a:lnSpc>
              <a:spcBef>
                <a:spcPts val="0"/>
              </a:spcBef>
              <a:spcAft>
                <a:spcPts val="0"/>
              </a:spcAft>
              <a:buSzPts val="5200"/>
              <a:buNone/>
            </a:pPr>
            <a:r>
              <a:rPr lang="en" sz="4800"/>
              <a:t>Cheat Sheet</a:t>
            </a:r>
            <a:endParaRPr sz="4800"/>
          </a:p>
        </p:txBody>
      </p:sp>
      <p:sp>
        <p:nvSpPr>
          <p:cNvPr id="242" name="Google Shape;242;p10"/>
          <p:cNvSpPr txBox="1"/>
          <p:nvPr>
            <p:ph idx="1" type="subTitle"/>
          </p:nvPr>
        </p:nvSpPr>
        <p:spPr>
          <a:xfrm>
            <a:off x="732500" y="2062625"/>
            <a:ext cx="5243700" cy="3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700"/>
              <a:t>Beginner’s guide on navigating through Eclipse</a:t>
            </a:r>
            <a:endParaRPr sz="1700"/>
          </a:p>
        </p:txBody>
      </p:sp>
      <p:sp>
        <p:nvSpPr>
          <p:cNvPr id="243" name="Google Shape;243;p10"/>
          <p:cNvSpPr txBox="1"/>
          <p:nvPr/>
        </p:nvSpPr>
        <p:spPr>
          <a:xfrm>
            <a:off x="5722925" y="3587600"/>
            <a:ext cx="3326100" cy="53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FF"/>
                </a:solidFill>
                <a:latin typeface="Catamaran"/>
                <a:ea typeface="Catamaran"/>
                <a:cs typeface="Catamaran"/>
                <a:sym typeface="Catamaran"/>
              </a:rPr>
              <a:t>By Alizah Saqib and Deb Harding</a:t>
            </a:r>
            <a:endParaRPr b="0" i="0" sz="1400" u="none" cap="none" strike="noStrike">
              <a:solidFill>
                <a:srgbClr val="FF00FF"/>
              </a:solidFill>
              <a:latin typeface="Catamaran"/>
              <a:ea typeface="Catamaran"/>
              <a:cs typeface="Catamaran"/>
              <a:sym typeface="Catamaran"/>
            </a:endParaRPr>
          </a:p>
        </p:txBody>
      </p:sp>
      <p:pic>
        <p:nvPicPr>
          <p:cNvPr id="244" name="Google Shape;244;p10"/>
          <p:cNvPicPr preferRelativeResize="0"/>
          <p:nvPr/>
        </p:nvPicPr>
        <p:blipFill rotWithShape="1">
          <a:blip r:embed="rId3">
            <a:alphaModFix/>
          </a:blip>
          <a:srcRect b="10051" l="24323" r="22778" t="11178"/>
          <a:stretch/>
        </p:blipFill>
        <p:spPr>
          <a:xfrm>
            <a:off x="3682912" y="2667725"/>
            <a:ext cx="1540937" cy="171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ph type="title"/>
          </p:nvPr>
        </p:nvSpPr>
        <p:spPr>
          <a:xfrm>
            <a:off x="641650" y="2726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Contents</a:t>
            </a:r>
            <a:endParaRPr/>
          </a:p>
        </p:txBody>
      </p:sp>
      <p:sp>
        <p:nvSpPr>
          <p:cNvPr id="250" name="Google Shape;250;p11"/>
          <p:cNvSpPr txBox="1"/>
          <p:nvPr>
            <p:ph idx="1" type="subTitle"/>
          </p:nvPr>
        </p:nvSpPr>
        <p:spPr>
          <a:xfrm>
            <a:off x="370725" y="784825"/>
            <a:ext cx="4478700" cy="2860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3">
                  <a:extLst>
                    <a:ext uri="{A12FA001-AC4F-418D-AE19-62706E023703}">
                      <ahyp:hlinkClr val="tx"/>
                    </a:ext>
                  </a:extLst>
                </a:hlinkClick>
              </a:rPr>
              <a:t>Eclipse IDE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4">
                  <a:extLst>
                    <a:ext uri="{A12FA001-AC4F-418D-AE19-62706E023703}">
                      <ahyp:hlinkClr val="tx"/>
                    </a:ext>
                  </a:extLst>
                </a:hlinkClick>
              </a:rPr>
              <a:t>Create Project</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5">
                  <a:extLst>
                    <a:ext uri="{A12FA001-AC4F-418D-AE19-62706E023703}">
                      <ahyp:hlinkClr val="tx"/>
                    </a:ext>
                  </a:extLst>
                </a:hlinkClick>
              </a:rPr>
              <a:t>Create Class and Java File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6">
                  <a:extLst>
                    <a:ext uri="{A12FA001-AC4F-418D-AE19-62706E023703}">
                      <ahyp:hlinkClr val="tx"/>
                    </a:ext>
                  </a:extLst>
                </a:hlinkClick>
              </a:rPr>
              <a:t>Navigating Java Perspective</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7">
                  <a:extLst>
                    <a:ext uri="{A12FA001-AC4F-418D-AE19-62706E023703}">
                      <ahyp:hlinkClr val="tx"/>
                    </a:ext>
                  </a:extLst>
                </a:hlinkClick>
              </a:rPr>
              <a:t>Edit, Run and Compile</a:t>
            </a:r>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8">
                  <a:extLst>
                    <a:ext uri="{A12FA001-AC4F-418D-AE19-62706E023703}">
                      <ahyp:hlinkClr val="tx"/>
                    </a:ext>
                  </a:extLst>
                </a:hlinkClick>
              </a:rPr>
              <a:t>Add Existing Java File with Drag and Drop</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9">
                  <a:extLst>
                    <a:ext uri="{A12FA001-AC4F-418D-AE19-62706E023703}">
                      <ahyp:hlinkClr val="tx"/>
                    </a:ext>
                  </a:extLst>
                </a:hlinkClick>
              </a:rPr>
              <a:t>Errors</a:t>
            </a:r>
            <a:endParaRPr sz="1600">
              <a:solidFill>
                <a:srgbClr val="00FFFF"/>
              </a:solidFill>
            </a:endParaRPr>
          </a:p>
          <a:p>
            <a:pPr indent="-330200" lvl="0" marL="457200" rtl="0" algn="l">
              <a:spcBef>
                <a:spcPts val="0"/>
              </a:spcBef>
              <a:spcAft>
                <a:spcPts val="0"/>
              </a:spcAft>
              <a:buClr>
                <a:srgbClr val="00FFFF"/>
              </a:buClr>
              <a:buSzPts val="1600"/>
              <a:buAutoNum type="arabicPeriod" startAt="3"/>
            </a:pPr>
            <a:r>
              <a:rPr lang="en" sz="1600" u="sng">
                <a:solidFill>
                  <a:srgbClr val="00FFFF"/>
                </a:solidFill>
                <a:hlinkClick action="ppaction://hlinksldjump" r:id="rId10">
                  <a:extLst>
                    <a:ext uri="{A12FA001-AC4F-418D-AE19-62706E023703}">
                      <ahyp:hlinkClr val="tx"/>
                    </a:ext>
                  </a:extLst>
                </a:hlinkClick>
              </a:rPr>
              <a:t>Warnings</a:t>
            </a:r>
            <a:r>
              <a:rPr lang="en" sz="1600">
                <a:solidFill>
                  <a:srgbClr val="00FFFF"/>
                </a:solidFill>
              </a:rPr>
              <a:t> </a:t>
            </a:r>
            <a:endParaRPr sz="1600">
              <a:solidFill>
                <a:srgbClr val="00FFFF"/>
              </a:solidFill>
            </a:endParaRPr>
          </a:p>
        </p:txBody>
      </p:sp>
      <p:sp>
        <p:nvSpPr>
          <p:cNvPr id="251" name="Google Shape;251;p11"/>
          <p:cNvSpPr txBox="1"/>
          <p:nvPr>
            <p:ph idx="2" type="subTitle"/>
          </p:nvPr>
        </p:nvSpPr>
        <p:spPr>
          <a:xfrm>
            <a:off x="5119725" y="672975"/>
            <a:ext cx="3937200" cy="3186900"/>
          </a:xfrm>
          <a:prstGeom prst="rect">
            <a:avLst/>
          </a:prstGeom>
        </p:spPr>
        <p:txBody>
          <a:bodyPr anchorCtr="0" anchor="t" bIns="91425" lIns="91425" spcFirstLastPara="1" rIns="91425" wrap="square" tIns="91425">
            <a:noAutofit/>
          </a:bodyPr>
          <a:lstStyle/>
          <a:p>
            <a:pPr indent="-4254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1">
                  <a:extLst>
                    <a:ext uri="{A12FA001-AC4F-418D-AE19-62706E023703}">
                      <ahyp:hlinkClr val="tx"/>
                    </a:ext>
                  </a:extLst>
                </a:hlinkClick>
              </a:rPr>
              <a:t>Reset Perspective and Views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2">
                  <a:extLst>
                    <a:ext uri="{A12FA001-AC4F-418D-AE19-62706E023703}">
                      <ahyp:hlinkClr val="tx"/>
                    </a:ext>
                  </a:extLst>
                </a:hlinkClick>
              </a:rPr>
              <a:t>Formatter Profile Set Up</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3">
                  <a:extLst>
                    <a:ext uri="{A12FA001-AC4F-418D-AE19-62706E023703}">
                      <ahyp:hlinkClr val="tx"/>
                    </a:ext>
                  </a:extLst>
                </a:hlinkClick>
              </a:rPr>
              <a:t>Auto-Format Save</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4">
                  <a:extLst>
                    <a:ext uri="{A12FA001-AC4F-418D-AE19-62706E023703}">
                      <ahyp:hlinkClr val="tx"/>
                    </a:ext>
                  </a:extLst>
                </a:hlinkClick>
              </a:rPr>
              <a:t>Change Themes, Colors Fonts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5">
                  <a:extLst>
                    <a:ext uri="{A12FA001-AC4F-418D-AE19-62706E023703}">
                      <ahyp:hlinkClr val="tx"/>
                    </a:ext>
                  </a:extLst>
                </a:hlinkClick>
              </a:rPr>
              <a:t>Debug - Set Breakpoints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6">
                  <a:extLst>
                    <a:ext uri="{A12FA001-AC4F-418D-AE19-62706E023703}">
                      <ahyp:hlinkClr val="tx"/>
                    </a:ext>
                  </a:extLst>
                </a:hlinkClick>
              </a:rPr>
              <a:t>Debug - Start Debug Session</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7">
                  <a:extLst>
                    <a:ext uri="{A12FA001-AC4F-418D-AE19-62706E023703}">
                      <ahyp:hlinkClr val="tx"/>
                    </a:ext>
                  </a:extLst>
                </a:hlinkClick>
              </a:rPr>
              <a:t>Debug - Step Through Code</a:t>
            </a:r>
            <a:endParaRPr sz="1700">
              <a:solidFill>
                <a:srgbClr val="00FFFF"/>
              </a:solidFill>
            </a:endParaRPr>
          </a:p>
          <a:p>
            <a:pPr indent="-4254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8">
                  <a:extLst>
                    <a:ext uri="{A12FA001-AC4F-418D-AE19-62706E023703}">
                      <ahyp:hlinkClr val="tx"/>
                    </a:ext>
                  </a:extLst>
                </a:hlinkClick>
              </a:rPr>
              <a:t>Generate Comments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19">
                  <a:extLst>
                    <a:ext uri="{A12FA001-AC4F-418D-AE19-62706E023703}">
                      <ahyp:hlinkClr val="tx"/>
                    </a:ext>
                  </a:extLst>
                </a:hlinkClick>
              </a:rPr>
              <a:t>Keyboard Short Cuts</a:t>
            </a:r>
            <a:endParaRPr sz="1700">
              <a:solidFill>
                <a:srgbClr val="00FFFF"/>
              </a:solidFill>
            </a:endParaRPr>
          </a:p>
          <a:p>
            <a:pPr indent="-336550" lvl="0" marL="457200" rtl="0" algn="l">
              <a:spcBef>
                <a:spcPts val="0"/>
              </a:spcBef>
              <a:spcAft>
                <a:spcPts val="0"/>
              </a:spcAft>
              <a:buClr>
                <a:srgbClr val="00FFFF"/>
              </a:buClr>
              <a:buSzPts val="1700"/>
              <a:buAutoNum type="arabicPeriod" startAt="11"/>
            </a:pPr>
            <a:r>
              <a:rPr lang="en" sz="1700" u="sng">
                <a:solidFill>
                  <a:srgbClr val="00FFFF"/>
                </a:solidFill>
                <a:hlinkClick action="ppaction://hlinksldjump" r:id="rId20">
                  <a:extLst>
                    <a:ext uri="{A12FA001-AC4F-418D-AE19-62706E023703}">
                      <ahyp:hlinkClr val="tx"/>
                    </a:ext>
                  </a:extLst>
                </a:hlinkClick>
              </a:rPr>
              <a:t>More Support</a:t>
            </a:r>
            <a:endParaRPr sz="1700">
              <a:solidFill>
                <a:srgbClr val="00FFFF"/>
              </a:solidFill>
            </a:endParaRPr>
          </a:p>
          <a:p>
            <a:pPr indent="0" lvl="0" marL="0" rtl="0" algn="l">
              <a:spcBef>
                <a:spcPts val="0"/>
              </a:spcBef>
              <a:spcAft>
                <a:spcPts val="0"/>
              </a:spcAft>
              <a:buNone/>
            </a:pPr>
            <a:r>
              <a:t/>
            </a:r>
            <a:endParaRPr>
              <a:solidFill>
                <a:srgbClr val="00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Eclipse IDE</a:t>
            </a:r>
            <a:endParaRPr/>
          </a:p>
        </p:txBody>
      </p:sp>
      <p:sp>
        <p:nvSpPr>
          <p:cNvPr id="257" name="Google Shape;257;p12"/>
          <p:cNvSpPr txBox="1"/>
          <p:nvPr>
            <p:ph idx="1" type="body"/>
          </p:nvPr>
        </p:nvSpPr>
        <p:spPr>
          <a:xfrm>
            <a:off x="293550" y="668427"/>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IDEs can be used for different languages and use cases. </a:t>
            </a:r>
            <a:r>
              <a:rPr lang="en" u="sng">
                <a:solidFill>
                  <a:srgbClr val="00FFFF"/>
                </a:solidFill>
                <a:hlinkClick r:id="rId3">
                  <a:extLst>
                    <a:ext uri="{A12FA001-AC4F-418D-AE19-62706E023703}">
                      <ahyp:hlinkClr val="tx"/>
                    </a:ext>
                  </a:extLst>
                </a:hlinkClick>
              </a:rPr>
              <a:t>10 Best Java IDE For Developers in 2025 - GeeksforGeeks</a:t>
            </a:r>
            <a:r>
              <a:rPr lang="en">
                <a:solidFill>
                  <a:srgbClr val="00FFFF"/>
                </a:solidFill>
              </a:rPr>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and IDE?</a:t>
            </a:r>
            <a:endParaRPr/>
          </a:p>
          <a:p>
            <a:pPr indent="-317500" lvl="0" marL="457200" rtl="0" algn="l">
              <a:spcBef>
                <a:spcPts val="0"/>
              </a:spcBef>
              <a:spcAft>
                <a:spcPts val="0"/>
              </a:spcAft>
              <a:buSzPts val="1400"/>
              <a:buChar char="•"/>
            </a:pPr>
            <a:r>
              <a:rPr lang="en"/>
              <a:t>Makes coding easier and faster</a:t>
            </a:r>
            <a:endParaRPr/>
          </a:p>
          <a:p>
            <a:pPr indent="-317500" lvl="0" marL="457200" rtl="0" algn="l">
              <a:spcBef>
                <a:spcPts val="0"/>
              </a:spcBef>
              <a:spcAft>
                <a:spcPts val="0"/>
              </a:spcAft>
              <a:buSzPts val="1400"/>
              <a:buChar char="•"/>
            </a:pPr>
            <a:r>
              <a:rPr lang="en"/>
              <a:t>Helps you avoid mistakes</a:t>
            </a:r>
            <a:endParaRPr/>
          </a:p>
          <a:p>
            <a:pPr indent="-317500" lvl="0" marL="457200" rtl="0" algn="l">
              <a:spcBef>
                <a:spcPts val="0"/>
              </a:spcBef>
              <a:spcAft>
                <a:spcPts val="0"/>
              </a:spcAft>
              <a:buSzPts val="1400"/>
              <a:buChar char="•"/>
            </a:pPr>
            <a:r>
              <a:rPr lang="en"/>
              <a:t>Organizes your project files in one place</a:t>
            </a:r>
            <a:endParaRPr/>
          </a:p>
          <a:p>
            <a:pPr indent="-317500" lvl="0" marL="457200" rtl="0" algn="l">
              <a:spcBef>
                <a:spcPts val="0"/>
              </a:spcBef>
              <a:spcAft>
                <a:spcPts val="0"/>
              </a:spcAft>
              <a:buSzPts val="1400"/>
              <a:buChar char="•"/>
            </a:pPr>
            <a:r>
              <a:rPr lang="en"/>
              <a:t>Gives you immediate feedback while you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Eclipse?</a:t>
            </a:r>
            <a:endParaRPr/>
          </a:p>
          <a:p>
            <a:pPr indent="-317500" lvl="0" marL="457200" rtl="0" algn="l">
              <a:spcBef>
                <a:spcPts val="0"/>
              </a:spcBef>
              <a:spcAft>
                <a:spcPts val="0"/>
              </a:spcAft>
              <a:buSzPts val="1400"/>
              <a:buChar char="●"/>
            </a:pPr>
            <a:r>
              <a:rPr lang="en"/>
              <a:t>Free &amp; Reliable — No cost, works across Windows, macOS, and Linux.</a:t>
            </a:r>
            <a:endParaRPr/>
          </a:p>
          <a:p>
            <a:pPr indent="-317500" lvl="0" marL="457200" rtl="0" algn="l">
              <a:spcBef>
                <a:spcPts val="0"/>
              </a:spcBef>
              <a:spcAft>
                <a:spcPts val="0"/>
              </a:spcAft>
              <a:buSzPts val="1400"/>
              <a:buChar char="●"/>
            </a:pPr>
            <a:r>
              <a:rPr lang="en"/>
              <a:t>Industry-Standard Tool — Still widely used in Java development.</a:t>
            </a:r>
            <a:endParaRPr/>
          </a:p>
          <a:p>
            <a:pPr indent="-317500" lvl="0" marL="457200" rtl="0" algn="l">
              <a:spcBef>
                <a:spcPts val="0"/>
              </a:spcBef>
              <a:spcAft>
                <a:spcPts val="0"/>
              </a:spcAft>
              <a:buSzPts val="1400"/>
              <a:buChar char="●"/>
            </a:pPr>
            <a:r>
              <a:rPr lang="en"/>
              <a:t>Java-Focused Features — Offers auto-completion, auto-formatting, debugging, and more to make coding smoother.</a:t>
            </a:r>
            <a:endParaRPr/>
          </a:p>
          <a:p>
            <a:pPr indent="-317500" lvl="0" marL="457200" rtl="0" algn="l">
              <a:spcBef>
                <a:spcPts val="0"/>
              </a:spcBef>
              <a:spcAft>
                <a:spcPts val="0"/>
              </a:spcAft>
              <a:buSzPts val="1400"/>
              <a:buChar char="●"/>
            </a:pPr>
            <a:r>
              <a:rPr lang="en"/>
              <a:t>Real-World Learning — Helps you practice organization, testing, and debugging in a professional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600"/>
              <a:t>First set up </a:t>
            </a:r>
            <a:r>
              <a:rPr lang="en" sz="1600" u="sng">
                <a:solidFill>
                  <a:srgbClr val="00FFFF"/>
                </a:solidFill>
                <a:hlinkClick r:id="rId4">
                  <a:extLst>
                    <a:ext uri="{A12FA001-AC4F-418D-AE19-62706E023703}">
                      <ahyp:hlinkClr val="tx"/>
                    </a:ext>
                  </a:extLst>
                </a:hlinkClick>
              </a:rPr>
              <a:t>Git and Github </a:t>
            </a:r>
            <a:r>
              <a:rPr lang="en" sz="1600"/>
              <a:t> and then </a:t>
            </a:r>
            <a:r>
              <a:rPr lang="en" sz="1600" u="sng">
                <a:solidFill>
                  <a:srgbClr val="00FFFF"/>
                </a:solidFill>
                <a:hlinkClick r:id="rId5">
                  <a:extLst>
                    <a:ext uri="{A12FA001-AC4F-418D-AE19-62706E023703}">
                      <ahyp:hlinkClr val="tx"/>
                    </a:ext>
                  </a:extLst>
                </a:hlinkClick>
              </a:rPr>
              <a:t>Setup Eclipse</a:t>
            </a:r>
            <a:r>
              <a:rPr lang="en" sz="1600">
                <a:solidFill>
                  <a:srgbClr val="00FFFF"/>
                </a:solidFill>
              </a:rPr>
              <a:t> </a:t>
            </a:r>
            <a:r>
              <a:rPr lang="en" sz="1600"/>
              <a:t>on Windows or Mac OS</a:t>
            </a:r>
            <a:endParaRPr/>
          </a:p>
          <a:p>
            <a:pPr indent="0" lvl="0" marL="0" rtl="0" algn="l">
              <a:spcBef>
                <a:spcPts val="0"/>
              </a:spcBef>
              <a:spcAft>
                <a:spcPts val="0"/>
              </a:spcAft>
              <a:buNone/>
            </a:pPr>
            <a:r>
              <a:t/>
            </a:r>
            <a:endParaRPr>
              <a:solidFill>
                <a:srgbClr val="00FFFF"/>
              </a:solidFil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13" title="Screenshot 2026-01-23 at 4.18.51 PM.png"/>
          <p:cNvPicPr preferRelativeResize="0"/>
          <p:nvPr/>
        </p:nvPicPr>
        <p:blipFill rotWithShape="1">
          <a:blip r:embed="rId3">
            <a:alphaModFix/>
          </a:blip>
          <a:srcRect b="0" l="0" r="0" t="94369"/>
          <a:stretch/>
        </p:blipFill>
        <p:spPr>
          <a:xfrm>
            <a:off x="141175" y="4680924"/>
            <a:ext cx="4866629" cy="287600"/>
          </a:xfrm>
          <a:prstGeom prst="rect">
            <a:avLst/>
          </a:prstGeom>
          <a:noFill/>
          <a:ln>
            <a:noFill/>
          </a:ln>
        </p:spPr>
      </p:pic>
      <p:pic>
        <p:nvPicPr>
          <p:cNvPr id="263" name="Google Shape;263;p13" title="Screenshot 2026-01-23 at 4.18.51 PM.png"/>
          <p:cNvPicPr preferRelativeResize="0"/>
          <p:nvPr/>
        </p:nvPicPr>
        <p:blipFill rotWithShape="1">
          <a:blip r:embed="rId3">
            <a:alphaModFix/>
          </a:blip>
          <a:srcRect b="21796" l="0" r="0" t="0"/>
          <a:stretch/>
        </p:blipFill>
        <p:spPr>
          <a:xfrm>
            <a:off x="141175" y="681617"/>
            <a:ext cx="4844024" cy="3975334"/>
          </a:xfrm>
          <a:prstGeom prst="rect">
            <a:avLst/>
          </a:prstGeom>
          <a:noFill/>
          <a:ln>
            <a:noFill/>
          </a:ln>
        </p:spPr>
      </p:pic>
      <p:sp>
        <p:nvSpPr>
          <p:cNvPr id="264" name="Google Shape;264;p13"/>
          <p:cNvSpPr txBox="1"/>
          <p:nvPr>
            <p:ph type="title"/>
          </p:nvPr>
        </p:nvSpPr>
        <p:spPr>
          <a:xfrm>
            <a:off x="4985200" y="45375"/>
            <a:ext cx="410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Project JDK-25</a:t>
            </a:r>
            <a:endParaRPr/>
          </a:p>
        </p:txBody>
      </p:sp>
      <p:sp>
        <p:nvSpPr>
          <p:cNvPr id="265" name="Google Shape;265;p13"/>
          <p:cNvSpPr/>
          <p:nvPr/>
        </p:nvSpPr>
        <p:spPr>
          <a:xfrm>
            <a:off x="215700" y="1297625"/>
            <a:ext cx="1336500" cy="2523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66" name="Google Shape;266;p13"/>
          <p:cNvSpPr/>
          <p:nvPr/>
        </p:nvSpPr>
        <p:spPr>
          <a:xfrm rot="-454613">
            <a:off x="1814290" y="906661"/>
            <a:ext cx="4411619" cy="509135"/>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i="0" lang="en" sz="1300" u="none" cap="none" strike="noStrike">
                <a:solidFill>
                  <a:srgbClr val="000000"/>
                </a:solidFill>
                <a:latin typeface="Lexend"/>
                <a:ea typeface="Lexend"/>
                <a:cs typeface="Lexend"/>
                <a:sym typeface="Lexend"/>
              </a:rPr>
              <a:t>Give the project a name </a:t>
            </a:r>
            <a:r>
              <a:rPr b="1" lang="en" sz="1300">
                <a:latin typeface="Lexend"/>
                <a:ea typeface="Lexend"/>
                <a:cs typeface="Lexend"/>
                <a:sym typeface="Lexend"/>
              </a:rPr>
              <a:t>FirstProject </a:t>
            </a:r>
            <a:endParaRPr b="1" sz="1300">
              <a:latin typeface="Lexend"/>
              <a:ea typeface="Lexend"/>
              <a:cs typeface="Lexend"/>
              <a:sym typeface="Lexend"/>
            </a:endParaRPr>
          </a:p>
          <a:p>
            <a:pPr indent="0" lvl="0" marL="0" marR="0" rtl="0" algn="l">
              <a:lnSpc>
                <a:spcPct val="100000"/>
              </a:lnSpc>
              <a:spcBef>
                <a:spcPts val="0"/>
              </a:spcBef>
              <a:spcAft>
                <a:spcPts val="0"/>
              </a:spcAft>
              <a:buNone/>
            </a:pPr>
            <a:r>
              <a:rPr b="1" lang="en" sz="1300">
                <a:latin typeface="Lexend"/>
                <a:ea typeface="Lexend"/>
                <a:cs typeface="Lexend"/>
                <a:sym typeface="Lexend"/>
              </a:rPr>
              <a:t>Do not use any spaces </a:t>
            </a:r>
            <a:endParaRPr b="1" sz="1300">
              <a:latin typeface="Lexend"/>
              <a:ea typeface="Lexend"/>
              <a:cs typeface="Lexend"/>
              <a:sym typeface="Lexend"/>
            </a:endParaRPr>
          </a:p>
        </p:txBody>
      </p:sp>
      <p:pic>
        <p:nvPicPr>
          <p:cNvPr id="267" name="Google Shape;267;p13" title="Screenshot 2026-01-01 at 2.19.25 PM.png"/>
          <p:cNvPicPr preferRelativeResize="0"/>
          <p:nvPr/>
        </p:nvPicPr>
        <p:blipFill rotWithShape="1">
          <a:blip r:embed="rId4">
            <a:alphaModFix/>
          </a:blip>
          <a:srcRect b="0" l="0" r="0" t="94146"/>
          <a:stretch/>
        </p:blipFill>
        <p:spPr>
          <a:xfrm>
            <a:off x="0" y="6355200"/>
            <a:ext cx="7700275" cy="477325"/>
          </a:xfrm>
          <a:prstGeom prst="rect">
            <a:avLst/>
          </a:prstGeom>
          <a:noFill/>
          <a:ln>
            <a:noFill/>
          </a:ln>
        </p:spPr>
      </p:pic>
      <p:sp>
        <p:nvSpPr>
          <p:cNvPr id="268" name="Google Shape;268;p13"/>
          <p:cNvSpPr/>
          <p:nvPr/>
        </p:nvSpPr>
        <p:spPr>
          <a:xfrm>
            <a:off x="215700" y="1750250"/>
            <a:ext cx="3501900" cy="2523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69" name="Google Shape;269;p13"/>
          <p:cNvSpPr/>
          <p:nvPr/>
        </p:nvSpPr>
        <p:spPr>
          <a:xfrm rot="2734">
            <a:off x="3717611" y="1552018"/>
            <a:ext cx="5281802" cy="577500"/>
          </a:xfrm>
          <a:prstGeom prst="leftArrowCallout">
            <a:avLst>
              <a:gd fmla="val 25000" name="adj1"/>
              <a:gd fmla="val 25000" name="adj2"/>
              <a:gd fmla="val 25000" name="adj3"/>
              <a:gd fmla="val 88817"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This should already be set to the EclipseWorkSpace in your GitHubRepos/CSJavaRepos folder</a:t>
            </a:r>
            <a:endParaRPr b="1" sz="1300">
              <a:latin typeface="Lexend"/>
              <a:ea typeface="Lexend"/>
              <a:cs typeface="Lexend"/>
              <a:sym typeface="Lexend"/>
            </a:endParaRPr>
          </a:p>
        </p:txBody>
      </p:sp>
      <p:sp>
        <p:nvSpPr>
          <p:cNvPr id="270" name="Google Shape;270;p13"/>
          <p:cNvSpPr/>
          <p:nvPr/>
        </p:nvSpPr>
        <p:spPr>
          <a:xfrm>
            <a:off x="309600" y="2117713"/>
            <a:ext cx="3065400" cy="588900"/>
          </a:xfrm>
          <a:prstGeom prst="rect">
            <a:avLst/>
          </a:prstGeom>
          <a:no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t/>
            </a:r>
            <a:endParaRPr sz="1486"/>
          </a:p>
        </p:txBody>
      </p:sp>
      <p:sp>
        <p:nvSpPr>
          <p:cNvPr id="271" name="Google Shape;271;p13"/>
          <p:cNvSpPr/>
          <p:nvPr/>
        </p:nvSpPr>
        <p:spPr>
          <a:xfrm rot="370165">
            <a:off x="2823927" y="2341669"/>
            <a:ext cx="6091077" cy="591696"/>
          </a:xfrm>
          <a:prstGeom prst="leftArrowCallout">
            <a:avLst>
              <a:gd fmla="val 25000" name="adj1"/>
              <a:gd fmla="val 25000" name="adj2"/>
              <a:gd fmla="val 25000" name="adj3"/>
              <a:gd fmla="val 91373"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This should be the latest version you installed JavaSE25 or some might need to select Default depending on how you set it up.</a:t>
            </a:r>
            <a:endParaRPr b="1" sz="1300">
              <a:latin typeface="Lexend"/>
              <a:ea typeface="Lexend"/>
              <a:cs typeface="Lexend"/>
              <a:sym typeface="Lexend"/>
            </a:endParaRPr>
          </a:p>
        </p:txBody>
      </p:sp>
      <p:sp>
        <p:nvSpPr>
          <p:cNvPr id="272" name="Google Shape;272;p13"/>
          <p:cNvSpPr/>
          <p:nvPr/>
        </p:nvSpPr>
        <p:spPr>
          <a:xfrm rot="359615">
            <a:off x="2151509" y="2960788"/>
            <a:ext cx="3033985" cy="439771"/>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Select use project folder</a:t>
            </a:r>
            <a:endParaRPr b="1" sz="1300">
              <a:latin typeface="Lexend"/>
              <a:ea typeface="Lexend"/>
              <a:cs typeface="Lexend"/>
              <a:sym typeface="Lexend"/>
            </a:endParaRPr>
          </a:p>
        </p:txBody>
      </p:sp>
      <p:sp>
        <p:nvSpPr>
          <p:cNvPr id="273" name="Google Shape;273;p13"/>
          <p:cNvSpPr/>
          <p:nvPr/>
        </p:nvSpPr>
        <p:spPr>
          <a:xfrm rot="-595406">
            <a:off x="4763776" y="4059420"/>
            <a:ext cx="3768887" cy="588802"/>
          </a:xfrm>
          <a:prstGeom prst="leftArrowCallout">
            <a:avLst>
              <a:gd fmla="val 25000" name="adj1"/>
              <a:gd fmla="val 25000" name="adj2"/>
              <a:gd fmla="val 25000" name="adj3"/>
              <a:gd fmla="val 8537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300">
                <a:latin typeface="Lexend"/>
                <a:ea typeface="Lexend"/>
                <a:cs typeface="Lexend"/>
                <a:sym typeface="Lexend"/>
              </a:rPr>
              <a:t>Make sure all settings are correct. </a:t>
            </a:r>
            <a:endParaRPr sz="1300">
              <a:latin typeface="Lexend"/>
              <a:ea typeface="Lexend"/>
              <a:cs typeface="Lexend"/>
              <a:sym typeface="Lexend"/>
            </a:endParaRPr>
          </a:p>
          <a:p>
            <a:pPr indent="0" lvl="0" marL="0" marR="0" rtl="0" algn="l">
              <a:lnSpc>
                <a:spcPct val="100000"/>
              </a:lnSpc>
              <a:spcBef>
                <a:spcPts val="0"/>
              </a:spcBef>
              <a:spcAft>
                <a:spcPts val="0"/>
              </a:spcAft>
              <a:buNone/>
            </a:pPr>
            <a:r>
              <a:rPr lang="en" sz="1300">
                <a:latin typeface="Lexend"/>
                <a:ea typeface="Lexend"/>
                <a:cs typeface="Lexend"/>
                <a:sym typeface="Lexend"/>
              </a:rPr>
              <a:t>Click Finish.</a:t>
            </a:r>
            <a:endParaRPr sz="1300">
              <a:latin typeface="Lexend"/>
              <a:ea typeface="Lexend"/>
              <a:cs typeface="Lexend"/>
              <a:sym typeface="Lexend"/>
            </a:endParaRPr>
          </a:p>
        </p:txBody>
      </p:sp>
      <p:sp>
        <p:nvSpPr>
          <p:cNvPr id="274" name="Google Shape;274;p13"/>
          <p:cNvSpPr/>
          <p:nvPr/>
        </p:nvSpPr>
        <p:spPr>
          <a:xfrm rot="-274491">
            <a:off x="7624721" y="6225971"/>
            <a:ext cx="2215358" cy="586893"/>
          </a:xfrm>
          <a:prstGeom prst="leftArrowCallout">
            <a:avLst>
              <a:gd fmla="val 25000" name="adj1"/>
              <a:gd fmla="val 25000" name="adj2"/>
              <a:gd fmla="val 25000" name="adj3"/>
              <a:gd fmla="val 71524" name="adj4"/>
            </a:avLst>
          </a:prstGeom>
          <a:solidFill>
            <a:srgbClr val="CFE2F3"/>
          </a:solidFill>
          <a:ln cap="flat" cmpd="sng" w="30325">
            <a:solidFill>
              <a:srgbClr val="00FFFF"/>
            </a:solidFill>
            <a:prstDash val="solid"/>
            <a:round/>
            <a:headEnd len="sm" w="sm" type="none"/>
            <a:tailEnd len="sm" w="sm" type="none"/>
          </a:ln>
        </p:spPr>
        <p:txBody>
          <a:bodyPr anchorCtr="0" anchor="ctr" bIns="97025" lIns="97025" spcFirstLastPara="1" rIns="97025" wrap="square" tIns="97025">
            <a:noAutofit/>
          </a:bodyPr>
          <a:lstStyle/>
          <a:p>
            <a:pPr indent="0" lvl="0" marL="0" marR="0" rtl="0" algn="l">
              <a:lnSpc>
                <a:spcPct val="100000"/>
              </a:lnSpc>
              <a:spcBef>
                <a:spcPts val="0"/>
              </a:spcBef>
              <a:spcAft>
                <a:spcPts val="0"/>
              </a:spcAft>
              <a:buNone/>
            </a:pPr>
            <a:r>
              <a:rPr lang="en" sz="1461">
                <a:latin typeface="Lexend"/>
                <a:ea typeface="Lexend"/>
                <a:cs typeface="Lexend"/>
                <a:sym typeface="Lexend"/>
              </a:rPr>
              <a:t>Click Finish. </a:t>
            </a:r>
            <a:endParaRPr b="1" sz="1461">
              <a:latin typeface="Lexend"/>
              <a:ea typeface="Lexend"/>
              <a:cs typeface="Lexend"/>
              <a:sym typeface="Lexend"/>
            </a:endParaRPr>
          </a:p>
        </p:txBody>
      </p:sp>
      <p:sp>
        <p:nvSpPr>
          <p:cNvPr id="275" name="Google Shape;275;p13"/>
          <p:cNvSpPr txBox="1"/>
          <p:nvPr/>
        </p:nvSpPr>
        <p:spPr>
          <a:xfrm>
            <a:off x="85875" y="94875"/>
            <a:ext cx="4269300" cy="5232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Lexend"/>
                <a:ea typeface="Lexend"/>
                <a:cs typeface="Lexend"/>
                <a:sym typeface="Lexend"/>
              </a:rPr>
              <a:t>1. </a:t>
            </a:r>
            <a:r>
              <a:rPr lang="en" sz="1100">
                <a:latin typeface="Lexend"/>
                <a:ea typeface="Lexend"/>
                <a:cs typeface="Lexend"/>
                <a:sym typeface="Lexend"/>
              </a:rPr>
              <a:t>On the top menu, select  </a:t>
            </a:r>
            <a:r>
              <a:rPr b="1" lang="en" sz="1100">
                <a:latin typeface="Lexend"/>
                <a:ea typeface="Lexend"/>
                <a:cs typeface="Lexend"/>
                <a:sym typeface="Lexend"/>
              </a:rPr>
              <a:t>File-&gt;New-&gt; Java Project </a:t>
            </a:r>
            <a:r>
              <a:rPr lang="en" sz="1100">
                <a:latin typeface="Lexend"/>
                <a:ea typeface="Lexend"/>
                <a:cs typeface="Lexend"/>
                <a:sym typeface="Lexend"/>
              </a:rPr>
              <a:t>to display the New project dialog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14" title="Screenshot 2025-08-11 at 5.56.25 PM.png"/>
          <p:cNvPicPr preferRelativeResize="0"/>
          <p:nvPr/>
        </p:nvPicPr>
        <p:blipFill>
          <a:blip r:embed="rId3">
            <a:alphaModFix/>
          </a:blip>
          <a:stretch>
            <a:fillRect/>
          </a:stretch>
        </p:blipFill>
        <p:spPr>
          <a:xfrm>
            <a:off x="5479925" y="1127508"/>
            <a:ext cx="3653774" cy="3753493"/>
          </a:xfrm>
          <a:prstGeom prst="rect">
            <a:avLst/>
          </a:prstGeom>
          <a:noFill/>
          <a:ln>
            <a:noFill/>
          </a:ln>
        </p:spPr>
      </p:pic>
      <p:pic>
        <p:nvPicPr>
          <p:cNvPr id="281" name="Google Shape;281;p14"/>
          <p:cNvPicPr preferRelativeResize="0"/>
          <p:nvPr/>
        </p:nvPicPr>
        <p:blipFill rotWithShape="1">
          <a:blip r:embed="rId4">
            <a:alphaModFix/>
          </a:blip>
          <a:srcRect b="65986" l="0" r="0" t="0"/>
          <a:stretch/>
        </p:blipFill>
        <p:spPr>
          <a:xfrm>
            <a:off x="6548489" y="231750"/>
            <a:ext cx="2427210" cy="746101"/>
          </a:xfrm>
          <a:prstGeom prst="rect">
            <a:avLst/>
          </a:prstGeom>
          <a:noFill/>
          <a:ln>
            <a:noFill/>
          </a:ln>
        </p:spPr>
      </p:pic>
      <p:sp>
        <p:nvSpPr>
          <p:cNvPr id="282" name="Google Shape;282;p14"/>
          <p:cNvSpPr txBox="1"/>
          <p:nvPr>
            <p:ph idx="4294967295" type="subTitle"/>
          </p:nvPr>
        </p:nvSpPr>
        <p:spPr>
          <a:xfrm>
            <a:off x="120900" y="556575"/>
            <a:ext cx="5207700" cy="3831900"/>
          </a:xfrm>
          <a:prstGeom prst="rect">
            <a:avLst/>
          </a:prstGeom>
          <a:solidFill>
            <a:schemeClr val="lt1"/>
          </a:solid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Select the project folder you want to create it in - in the package explorer on the left, click on your project to highlight it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Create a new class - click file &gt; new &gt; class</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Configure settings -</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Source folder should be set, if not, select the project folder you want it to go in </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Package should be empty, if not, delete the package</a:t>
            </a:r>
            <a:endParaRPr sz="1300">
              <a:latin typeface="Lexend"/>
              <a:ea typeface="Lexend"/>
              <a:cs typeface="Lexend"/>
              <a:sym typeface="Lexend"/>
            </a:endParaRPr>
          </a:p>
          <a:p>
            <a:pPr indent="-4000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Enter a name for your class (e.g., GEM01Calculation)</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Modifiers: checkmark “public” </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Method stubs: checkmark “public static void main(String[] args)</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Comments: checkmark “generate comments”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Click finish to create the class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t>This create your java file with class and main method</a:t>
            </a:r>
            <a:endParaRPr sz="1300">
              <a:latin typeface="Lexend"/>
              <a:ea typeface="Lexend"/>
              <a:cs typeface="Lexend"/>
              <a:sym typeface="Lexend"/>
            </a:endParaRPr>
          </a:p>
        </p:txBody>
      </p:sp>
      <p:sp>
        <p:nvSpPr>
          <p:cNvPr id="283" name="Google Shape;283;p14"/>
          <p:cNvSpPr/>
          <p:nvPr/>
        </p:nvSpPr>
        <p:spPr>
          <a:xfrm>
            <a:off x="5285450" y="508250"/>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284" name="Google Shape;284;p14"/>
          <p:cNvSpPr/>
          <p:nvPr/>
        </p:nvSpPr>
        <p:spPr>
          <a:xfrm rot="-485667">
            <a:off x="6962552" y="797840"/>
            <a:ext cx="1022689" cy="311453"/>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
        <p:nvSpPr>
          <p:cNvPr id="285" name="Google Shape;285;p14"/>
          <p:cNvSpPr/>
          <p:nvPr/>
        </p:nvSpPr>
        <p:spPr>
          <a:xfrm rot="1242">
            <a:off x="4660125" y="1668950"/>
            <a:ext cx="8301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 </a:t>
            </a:r>
            <a:endParaRPr i="0" sz="1200" u="none" cap="none" strike="noStrike">
              <a:solidFill>
                <a:srgbClr val="000000"/>
              </a:solidFill>
              <a:latin typeface="Lexend"/>
              <a:ea typeface="Lexend"/>
              <a:cs typeface="Lexend"/>
              <a:sym typeface="Lexend"/>
            </a:endParaRPr>
          </a:p>
        </p:txBody>
      </p:sp>
      <p:sp>
        <p:nvSpPr>
          <p:cNvPr id="286" name="Google Shape;286;p14"/>
          <p:cNvSpPr/>
          <p:nvPr/>
        </p:nvSpPr>
        <p:spPr>
          <a:xfrm rot="-771765">
            <a:off x="4625754" y="2000400"/>
            <a:ext cx="898856" cy="317818"/>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3b</a:t>
            </a:r>
            <a:endParaRPr i="0" sz="1200" u="none" cap="none" strike="noStrike">
              <a:solidFill>
                <a:srgbClr val="000000"/>
              </a:solidFill>
              <a:latin typeface="Lexend"/>
              <a:ea typeface="Lexend"/>
              <a:cs typeface="Lexend"/>
              <a:sym typeface="Lexend"/>
            </a:endParaRPr>
          </a:p>
        </p:txBody>
      </p:sp>
      <p:sp>
        <p:nvSpPr>
          <p:cNvPr id="287" name="Google Shape;287;p14"/>
          <p:cNvSpPr/>
          <p:nvPr/>
        </p:nvSpPr>
        <p:spPr>
          <a:xfrm rot="-514298">
            <a:off x="3967820" y="2524185"/>
            <a:ext cx="1497527" cy="30883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3c</a:t>
            </a:r>
            <a:endParaRPr i="0" sz="1200" u="none" cap="none" strike="noStrike">
              <a:solidFill>
                <a:srgbClr val="000000"/>
              </a:solidFill>
              <a:latin typeface="Lexend"/>
              <a:ea typeface="Lexend"/>
              <a:cs typeface="Lexend"/>
              <a:sym typeface="Lexend"/>
            </a:endParaRPr>
          </a:p>
        </p:txBody>
      </p:sp>
      <p:sp>
        <p:nvSpPr>
          <p:cNvPr id="288" name="Google Shape;288;p14"/>
          <p:cNvSpPr/>
          <p:nvPr/>
        </p:nvSpPr>
        <p:spPr>
          <a:xfrm rot="-840901">
            <a:off x="4836577" y="2842713"/>
            <a:ext cx="982342" cy="323058"/>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3d</a:t>
            </a:r>
            <a:endParaRPr i="0" sz="1200" u="none" cap="none" strike="noStrike">
              <a:solidFill>
                <a:srgbClr val="000000"/>
              </a:solidFill>
              <a:latin typeface="Lexend"/>
              <a:ea typeface="Lexend"/>
              <a:cs typeface="Lexend"/>
              <a:sym typeface="Lexend"/>
            </a:endParaRPr>
          </a:p>
        </p:txBody>
      </p:sp>
      <p:sp>
        <p:nvSpPr>
          <p:cNvPr id="289" name="Google Shape;289;p14"/>
          <p:cNvSpPr/>
          <p:nvPr/>
        </p:nvSpPr>
        <p:spPr>
          <a:xfrm rot="-1168">
            <a:off x="7032300" y="4460953"/>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4</a:t>
            </a:r>
            <a:endParaRPr i="0" sz="1200" u="none" cap="none" strike="noStrike">
              <a:solidFill>
                <a:srgbClr val="000000"/>
              </a:solidFill>
              <a:latin typeface="Lexend"/>
              <a:ea typeface="Lexend"/>
              <a:cs typeface="Lexend"/>
              <a:sym typeface="Lexend"/>
            </a:endParaRPr>
          </a:p>
        </p:txBody>
      </p:sp>
      <p:sp>
        <p:nvSpPr>
          <p:cNvPr id="290" name="Google Shape;290;p14"/>
          <p:cNvSpPr/>
          <p:nvPr/>
        </p:nvSpPr>
        <p:spPr>
          <a:xfrm rot="-1242">
            <a:off x="4718475" y="3455907"/>
            <a:ext cx="8301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3e</a:t>
            </a:r>
            <a:endParaRPr i="0" sz="1200" u="none" cap="none" strike="noStrike">
              <a:solidFill>
                <a:srgbClr val="000000"/>
              </a:solidFill>
              <a:latin typeface="Lexend"/>
              <a:ea typeface="Lexend"/>
              <a:cs typeface="Lexend"/>
              <a:sym typeface="Lexend"/>
            </a:endParaRPr>
          </a:p>
        </p:txBody>
      </p:sp>
      <p:sp>
        <p:nvSpPr>
          <p:cNvPr id="291" name="Google Shape;291;p14"/>
          <p:cNvSpPr/>
          <p:nvPr/>
        </p:nvSpPr>
        <p:spPr>
          <a:xfrm rot="-1207">
            <a:off x="5210086" y="412405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3f</a:t>
            </a:r>
            <a:endParaRPr i="0" sz="1200" u="none" cap="none" strike="noStrike">
              <a:solidFill>
                <a:srgbClr val="000000"/>
              </a:solidFill>
              <a:latin typeface="Lexend"/>
              <a:ea typeface="Lexend"/>
              <a:cs typeface="Lexend"/>
              <a:sym typeface="Lexend"/>
            </a:endParaRPr>
          </a:p>
        </p:txBody>
      </p:sp>
      <p:sp>
        <p:nvSpPr>
          <p:cNvPr id="292" name="Google Shape;292;p14"/>
          <p:cNvSpPr txBox="1"/>
          <p:nvPr>
            <p:ph type="title"/>
          </p:nvPr>
        </p:nvSpPr>
        <p:spPr>
          <a:xfrm>
            <a:off x="120900" y="30750"/>
            <a:ext cx="642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 Class &amp; Java File</a:t>
            </a:r>
            <a:endParaRPr/>
          </a:p>
        </p:txBody>
      </p:sp>
      <p:pic>
        <p:nvPicPr>
          <p:cNvPr id="293" name="Google Shape;293;p14" title="Screenshot 2025-08-11 at 6.00.04 PM.png"/>
          <p:cNvPicPr preferRelativeResize="0"/>
          <p:nvPr/>
        </p:nvPicPr>
        <p:blipFill>
          <a:blip r:embed="rId5">
            <a:alphaModFix/>
          </a:blip>
          <a:stretch>
            <a:fillRect/>
          </a:stretch>
        </p:blipFill>
        <p:spPr>
          <a:xfrm>
            <a:off x="1258300" y="4388475"/>
            <a:ext cx="3401830" cy="696650"/>
          </a:xfrm>
          <a:prstGeom prst="rect">
            <a:avLst/>
          </a:prstGeom>
          <a:solidFill>
            <a:srgbClr val="00FFFF"/>
          </a:solidFill>
          <a:ln>
            <a:noFill/>
          </a:ln>
        </p:spPr>
      </p:pic>
      <p:sp>
        <p:nvSpPr>
          <p:cNvPr id="294" name="Google Shape;294;p14"/>
          <p:cNvSpPr/>
          <p:nvPr/>
        </p:nvSpPr>
        <p:spPr>
          <a:xfrm rot="-1168">
            <a:off x="305125" y="4388628"/>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5</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15" title="Screenshot 2025-08-11 at 6.02.57 PM.png"/>
          <p:cNvPicPr preferRelativeResize="0"/>
          <p:nvPr/>
        </p:nvPicPr>
        <p:blipFill>
          <a:blip r:embed="rId3">
            <a:alphaModFix/>
          </a:blip>
          <a:stretch>
            <a:fillRect/>
          </a:stretch>
        </p:blipFill>
        <p:spPr>
          <a:xfrm>
            <a:off x="2341575" y="1341425"/>
            <a:ext cx="6590176" cy="3590875"/>
          </a:xfrm>
          <a:prstGeom prst="rect">
            <a:avLst/>
          </a:prstGeom>
          <a:noFill/>
          <a:ln>
            <a:noFill/>
          </a:ln>
        </p:spPr>
      </p:pic>
      <p:sp>
        <p:nvSpPr>
          <p:cNvPr id="300" name="Google Shape;300;p15"/>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Navigating Java Perspective</a:t>
            </a:r>
            <a:endParaRPr/>
          </a:p>
        </p:txBody>
      </p:sp>
      <p:sp>
        <p:nvSpPr>
          <p:cNvPr id="301" name="Google Shape;301;p15"/>
          <p:cNvSpPr txBox="1"/>
          <p:nvPr>
            <p:ph idx="1" type="body"/>
          </p:nvPr>
        </p:nvSpPr>
        <p:spPr>
          <a:xfrm>
            <a:off x="293550" y="668427"/>
            <a:ext cx="88506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Running your code </a:t>
            </a:r>
            <a:endParaRPr/>
          </a:p>
        </p:txBody>
      </p:sp>
      <p:sp>
        <p:nvSpPr>
          <p:cNvPr id="302" name="Google Shape;302;p15"/>
          <p:cNvSpPr/>
          <p:nvPr/>
        </p:nvSpPr>
        <p:spPr>
          <a:xfrm>
            <a:off x="1241775" y="1257938"/>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Menus</a:t>
            </a:r>
            <a:endParaRPr i="0" sz="1200" u="none" cap="none" strike="noStrike">
              <a:solidFill>
                <a:srgbClr val="000000"/>
              </a:solidFill>
              <a:latin typeface="Lexend"/>
              <a:ea typeface="Lexend"/>
              <a:cs typeface="Lexend"/>
              <a:sym typeface="Lexend"/>
            </a:endParaRPr>
          </a:p>
        </p:txBody>
      </p:sp>
      <p:sp>
        <p:nvSpPr>
          <p:cNvPr id="303" name="Google Shape;303;p15"/>
          <p:cNvSpPr/>
          <p:nvPr/>
        </p:nvSpPr>
        <p:spPr>
          <a:xfrm>
            <a:off x="7032650" y="1341425"/>
            <a:ext cx="1099800" cy="354600"/>
          </a:xfrm>
          <a:prstGeom prst="lef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a:ea typeface="Lexend"/>
                <a:cs typeface="Lexend"/>
                <a:sym typeface="Lexend"/>
              </a:rPr>
              <a:t>Toolbar</a:t>
            </a:r>
            <a:endParaRPr>
              <a:solidFill>
                <a:schemeClr val="lt1"/>
              </a:solidFill>
              <a:latin typeface="Lexend"/>
              <a:ea typeface="Lexend"/>
              <a:cs typeface="Lexend"/>
              <a:sym typeface="Lexend"/>
            </a:endParaRPr>
          </a:p>
        </p:txBody>
      </p:sp>
      <p:sp>
        <p:nvSpPr>
          <p:cNvPr id="304" name="Google Shape;304;p15"/>
          <p:cNvSpPr/>
          <p:nvPr/>
        </p:nvSpPr>
        <p:spPr>
          <a:xfrm>
            <a:off x="289200" y="2115275"/>
            <a:ext cx="1868100" cy="301800"/>
          </a:xfrm>
          <a:prstGeom prst="rightArrowCallout">
            <a:avLst>
              <a:gd fmla="val 25000" name="adj1"/>
              <a:gd fmla="val 25000" name="adj2"/>
              <a:gd fmla="val 25000" name="adj3"/>
              <a:gd fmla="val 8952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Folders</a:t>
            </a:r>
            <a:endParaRPr sz="1200">
              <a:solidFill>
                <a:schemeClr val="lt1"/>
              </a:solidFill>
              <a:latin typeface="Lexend"/>
              <a:ea typeface="Lexend"/>
              <a:cs typeface="Lexend"/>
              <a:sym typeface="Lexend"/>
            </a:endParaRPr>
          </a:p>
        </p:txBody>
      </p:sp>
      <p:sp>
        <p:nvSpPr>
          <p:cNvPr id="305" name="Google Shape;305;p15"/>
          <p:cNvSpPr/>
          <p:nvPr/>
        </p:nvSpPr>
        <p:spPr>
          <a:xfrm>
            <a:off x="0" y="2485700"/>
            <a:ext cx="2446500" cy="572700"/>
          </a:xfrm>
          <a:prstGeom prst="rightArrowCallout">
            <a:avLst>
              <a:gd fmla="val 25000" name="adj1"/>
              <a:gd fmla="val 25000" name="adj2"/>
              <a:gd fmla="val 25000" name="adj3"/>
              <a:gd fmla="val 90121"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contain JRE System and  java files</a:t>
            </a:r>
            <a:endParaRPr sz="1200">
              <a:solidFill>
                <a:schemeClr val="lt1"/>
              </a:solidFill>
              <a:latin typeface="Lexend"/>
              <a:ea typeface="Lexend"/>
              <a:cs typeface="Lexend"/>
              <a:sym typeface="Lexend"/>
            </a:endParaRPr>
          </a:p>
        </p:txBody>
      </p:sp>
      <p:sp>
        <p:nvSpPr>
          <p:cNvPr id="306" name="Google Shape;306;p15"/>
          <p:cNvSpPr/>
          <p:nvPr/>
        </p:nvSpPr>
        <p:spPr>
          <a:xfrm>
            <a:off x="742125" y="1744850"/>
            <a:ext cx="1868100" cy="301800"/>
          </a:xfrm>
          <a:prstGeom prst="rightArrowCallout">
            <a:avLst>
              <a:gd fmla="val 25000" name="adj1"/>
              <a:gd fmla="val 25000" name="adj2"/>
              <a:gd fmla="val 25000" name="adj3"/>
              <a:gd fmla="val 8952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Project Explore</a:t>
            </a:r>
            <a:endParaRPr sz="1200">
              <a:solidFill>
                <a:schemeClr val="lt1"/>
              </a:solidFill>
              <a:latin typeface="Lexend"/>
              <a:ea typeface="Lexend"/>
              <a:cs typeface="Lexend"/>
              <a:sym typeface="Lexend"/>
            </a:endParaRPr>
          </a:p>
        </p:txBody>
      </p:sp>
      <p:sp>
        <p:nvSpPr>
          <p:cNvPr id="307" name="Google Shape;307;p15"/>
          <p:cNvSpPr/>
          <p:nvPr/>
        </p:nvSpPr>
        <p:spPr>
          <a:xfrm>
            <a:off x="1778775" y="4642400"/>
            <a:ext cx="1868100" cy="354600"/>
          </a:xfrm>
          <a:prstGeom prst="rightArrowCallout">
            <a:avLst>
              <a:gd fmla="val 25000" name="adj1"/>
              <a:gd fmla="val 25000" name="adj2"/>
              <a:gd fmla="val 25000" name="adj3"/>
              <a:gd fmla="val 90121"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Console display</a:t>
            </a:r>
            <a:endParaRPr sz="1200">
              <a:solidFill>
                <a:schemeClr val="lt1"/>
              </a:solidFill>
              <a:latin typeface="Lexend"/>
              <a:ea typeface="Lexend"/>
              <a:cs typeface="Lexend"/>
              <a:sym typeface="Lexend"/>
            </a:endParaRPr>
          </a:p>
        </p:txBody>
      </p:sp>
      <p:sp>
        <p:nvSpPr>
          <p:cNvPr id="308" name="Google Shape;308;p15"/>
          <p:cNvSpPr/>
          <p:nvPr/>
        </p:nvSpPr>
        <p:spPr>
          <a:xfrm>
            <a:off x="4692800" y="40113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Console Tab</a:t>
            </a:r>
            <a:endParaRPr>
              <a:latin typeface="Catamaran"/>
              <a:ea typeface="Catamaran"/>
              <a:cs typeface="Catamaran"/>
              <a:sym typeface="Catamaran"/>
            </a:endParaRPr>
          </a:p>
        </p:txBody>
      </p:sp>
      <p:sp>
        <p:nvSpPr>
          <p:cNvPr id="309" name="Google Shape;309;p15"/>
          <p:cNvSpPr/>
          <p:nvPr/>
        </p:nvSpPr>
        <p:spPr>
          <a:xfrm>
            <a:off x="6083900" y="2369025"/>
            <a:ext cx="1574400" cy="457200"/>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Edit code</a:t>
            </a:r>
            <a:endParaRPr>
              <a:latin typeface="Lexend"/>
              <a:ea typeface="Lexend"/>
              <a:cs typeface="Lexend"/>
              <a:sym typeface="Lexend"/>
            </a:endParaRPr>
          </a:p>
        </p:txBody>
      </p:sp>
      <p:sp>
        <p:nvSpPr>
          <p:cNvPr id="310" name="Google Shape;310;p15"/>
          <p:cNvSpPr/>
          <p:nvPr/>
        </p:nvSpPr>
        <p:spPr>
          <a:xfrm>
            <a:off x="2990525" y="11256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Run Program</a:t>
            </a:r>
            <a:endParaRPr>
              <a:latin typeface="Catamaran"/>
              <a:ea typeface="Catamaran"/>
              <a:cs typeface="Catamaran"/>
              <a:sym typeface="Catamar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Run and Compile</a:t>
            </a:r>
            <a:endParaRPr/>
          </a:p>
        </p:txBody>
      </p:sp>
      <p:sp>
        <p:nvSpPr>
          <p:cNvPr id="316" name="Google Shape;316;p16"/>
          <p:cNvSpPr txBox="1"/>
          <p:nvPr>
            <p:ph idx="1" type="body"/>
          </p:nvPr>
        </p:nvSpPr>
        <p:spPr>
          <a:xfrm>
            <a:off x="293550" y="668427"/>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you click Run (▶) in Eclipse, two things happen:</a:t>
            </a:r>
            <a:br>
              <a:rPr lang="en"/>
            </a:br>
            <a:endParaRPr/>
          </a:p>
          <a:p>
            <a:pPr indent="-317500" lvl="0" marL="457200" rtl="0" algn="l">
              <a:spcBef>
                <a:spcPts val="0"/>
              </a:spcBef>
              <a:spcAft>
                <a:spcPts val="0"/>
              </a:spcAft>
              <a:buSzPts val="1400"/>
              <a:buAutoNum type="arabicPeriod"/>
            </a:pPr>
            <a:r>
              <a:rPr lang="en"/>
              <a:t>Save &amp; Compile – Eclipse automatically saves your changes and compiles your .java source files into .class files (Java bytecode).</a:t>
            </a:r>
            <a:endParaRPr/>
          </a:p>
          <a:p>
            <a:pPr indent="-317500" lvl="0" marL="457200" rtl="0" algn="l">
              <a:spcBef>
                <a:spcPts val="0"/>
              </a:spcBef>
              <a:spcAft>
                <a:spcPts val="0"/>
              </a:spcAft>
              <a:buSzPts val="1400"/>
              <a:buAutoNum type="arabicPeriod"/>
            </a:pPr>
            <a:r>
              <a:rPr lang="en"/>
              <a:t>Run on the JVM – The compiled .class files are then executed by the Java Virtual Machine (JVM).</a:t>
            </a:r>
            <a:br>
              <a:rPr lang="en"/>
            </a:br>
            <a:endParaRPr/>
          </a:p>
          <a:p>
            <a:pPr indent="0" lvl="0" marL="0" rtl="0" algn="l">
              <a:spcBef>
                <a:spcPts val="0"/>
              </a:spcBef>
              <a:spcAft>
                <a:spcPts val="0"/>
              </a:spcAft>
              <a:buNone/>
            </a:pPr>
            <a:r>
              <a:rPr lang="en"/>
              <a:t>Compilation checks your code for syntax errors and turns it into a format the JVM can understand. If there are errors, Eclipse won’t run the program until they’re fixed.</a:t>
            </a:r>
            <a:br>
              <a:rPr lang="en"/>
            </a:br>
            <a:endParaRPr/>
          </a:p>
          <a:p>
            <a:pPr indent="0" lvl="0" marL="0" rtl="0" algn="l">
              <a:spcBef>
                <a:spcPts val="0"/>
              </a:spcBef>
              <a:spcAft>
                <a:spcPts val="0"/>
              </a:spcAft>
              <a:buNone/>
            </a:pPr>
            <a:r>
              <a:rPr lang="en"/>
              <a:t>Warnings don’t stop compilation, but they should still be fixed to avoid future problems.</a:t>
            </a:r>
            <a:br>
              <a:rPr lang="en"/>
            </a:br>
            <a:endParaRPr/>
          </a:p>
          <a:p>
            <a:pPr indent="0" lvl="0" marL="0" rtl="0" algn="l">
              <a:spcBef>
                <a:spcPts val="0"/>
              </a:spcBef>
              <a:spcAft>
                <a:spcPts val="0"/>
              </a:spcAft>
              <a:buNone/>
            </a:pPr>
            <a:r>
              <a:rPr lang="en"/>
              <a:t>Editing Code:</a:t>
            </a:r>
            <a:br>
              <a:rPr lang="en"/>
            </a:br>
            <a:endParaRPr/>
          </a:p>
          <a:p>
            <a:pPr indent="-317500" lvl="0" marL="457200" rtl="0" algn="l">
              <a:spcBef>
                <a:spcPts val="0"/>
              </a:spcBef>
              <a:spcAft>
                <a:spcPts val="0"/>
              </a:spcAft>
              <a:buSzPts val="1400"/>
              <a:buChar char="●"/>
            </a:pPr>
            <a:r>
              <a:rPr lang="en"/>
              <a:t>You can change your code anytime in the editor.</a:t>
            </a:r>
            <a:endParaRPr/>
          </a:p>
          <a:p>
            <a:pPr indent="-317500" lvl="0" marL="457200" rtl="0" algn="l">
              <a:spcBef>
                <a:spcPts val="0"/>
              </a:spcBef>
              <a:spcAft>
                <a:spcPts val="0"/>
              </a:spcAft>
              <a:buSzPts val="1400"/>
              <a:buChar char="●"/>
            </a:pPr>
            <a:r>
              <a:rPr lang="en"/>
              <a:t>When you run the program again, Eclipse automatically recompiles the changed files.</a:t>
            </a:r>
            <a:endParaRPr/>
          </a:p>
          <a:p>
            <a:pPr indent="-317500" lvl="0" marL="457200" rtl="0" algn="l">
              <a:spcBef>
                <a:spcPts val="0"/>
              </a:spcBef>
              <a:spcAft>
                <a:spcPts val="0"/>
              </a:spcAft>
              <a:buSzPts val="1400"/>
              <a:buChar char="●"/>
            </a:pPr>
            <a:r>
              <a:rPr lang="en"/>
              <a:t>You don’t have to manually compile in most cases—Eclipse handles it for you.</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7"/>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Existing Java File with Drag and Drop</a:t>
            </a:r>
            <a:endParaRPr/>
          </a:p>
        </p:txBody>
      </p:sp>
      <p:sp>
        <p:nvSpPr>
          <p:cNvPr id="322" name="Google Shape;322;p17"/>
          <p:cNvSpPr txBox="1"/>
          <p:nvPr>
            <p:ph idx="1" type="body"/>
          </p:nvPr>
        </p:nvSpPr>
        <p:spPr>
          <a:xfrm>
            <a:off x="293550" y="668427"/>
            <a:ext cx="8850600" cy="39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add an existing Java file to a current project.</a:t>
            </a:r>
            <a:endParaRPr/>
          </a:p>
        </p:txBody>
      </p:sp>
      <p:pic>
        <p:nvPicPr>
          <p:cNvPr id="323" name="Google Shape;323;p17" title="Screenshot 2025-08-12 at 1.18.57 PM.png"/>
          <p:cNvPicPr preferRelativeResize="0"/>
          <p:nvPr/>
        </p:nvPicPr>
        <p:blipFill rotWithShape="1">
          <a:blip r:embed="rId3">
            <a:alphaModFix/>
          </a:blip>
          <a:srcRect b="30596" l="3689" r="48526" t="2906"/>
          <a:stretch/>
        </p:blipFill>
        <p:spPr>
          <a:xfrm>
            <a:off x="1749025" y="1024200"/>
            <a:ext cx="3210250" cy="1897801"/>
          </a:xfrm>
          <a:prstGeom prst="rect">
            <a:avLst/>
          </a:prstGeom>
          <a:noFill/>
          <a:ln>
            <a:noFill/>
          </a:ln>
        </p:spPr>
      </p:pic>
      <p:pic>
        <p:nvPicPr>
          <p:cNvPr id="324" name="Google Shape;324;p17" title="Screenshot 2025-08-12 at 1.19.34 PM.png"/>
          <p:cNvPicPr preferRelativeResize="0"/>
          <p:nvPr/>
        </p:nvPicPr>
        <p:blipFill rotWithShape="1">
          <a:blip r:embed="rId4">
            <a:alphaModFix/>
          </a:blip>
          <a:srcRect b="0" l="0" r="0" t="11504"/>
          <a:stretch/>
        </p:blipFill>
        <p:spPr>
          <a:xfrm>
            <a:off x="2815150" y="2833335"/>
            <a:ext cx="2981101" cy="2133225"/>
          </a:xfrm>
          <a:prstGeom prst="rect">
            <a:avLst/>
          </a:prstGeom>
          <a:noFill/>
          <a:ln cap="flat" cmpd="sng" w="19050">
            <a:solidFill>
              <a:srgbClr val="00FFFF"/>
            </a:solidFill>
            <a:prstDash val="solid"/>
            <a:round/>
            <a:headEnd len="sm" w="sm" type="none"/>
            <a:tailEnd len="sm" w="sm" type="none"/>
          </a:ln>
        </p:spPr>
      </p:pic>
      <p:pic>
        <p:nvPicPr>
          <p:cNvPr id="325" name="Google Shape;325;p17" title="Screenshot 2025-08-12 at 1.19.53 PM.png"/>
          <p:cNvPicPr preferRelativeResize="0"/>
          <p:nvPr/>
        </p:nvPicPr>
        <p:blipFill>
          <a:blip r:embed="rId5">
            <a:alphaModFix/>
          </a:blip>
          <a:stretch>
            <a:fillRect/>
          </a:stretch>
        </p:blipFill>
        <p:spPr>
          <a:xfrm>
            <a:off x="6064075" y="2372025"/>
            <a:ext cx="2877275" cy="2393900"/>
          </a:xfrm>
          <a:prstGeom prst="rect">
            <a:avLst/>
          </a:prstGeom>
          <a:noFill/>
          <a:ln>
            <a:noFill/>
          </a:ln>
        </p:spPr>
      </p:pic>
      <p:pic>
        <p:nvPicPr>
          <p:cNvPr id="326" name="Google Shape;326;p17" title="Screenshot 2025-08-12 at 1.18.44 PM.png"/>
          <p:cNvPicPr preferRelativeResize="0"/>
          <p:nvPr/>
        </p:nvPicPr>
        <p:blipFill>
          <a:blip r:embed="rId6">
            <a:alphaModFix/>
          </a:blip>
          <a:stretch>
            <a:fillRect/>
          </a:stretch>
        </p:blipFill>
        <p:spPr>
          <a:xfrm>
            <a:off x="152400" y="4964127"/>
            <a:ext cx="110139" cy="26973"/>
          </a:xfrm>
          <a:prstGeom prst="rect">
            <a:avLst/>
          </a:prstGeom>
          <a:noFill/>
          <a:ln>
            <a:noFill/>
          </a:ln>
        </p:spPr>
      </p:pic>
      <p:sp>
        <p:nvSpPr>
          <p:cNvPr id="327" name="Google Shape;327;p17"/>
          <p:cNvSpPr/>
          <p:nvPr/>
        </p:nvSpPr>
        <p:spPr>
          <a:xfrm>
            <a:off x="262550" y="3541900"/>
            <a:ext cx="2812800" cy="716100"/>
          </a:xfrm>
          <a:prstGeom prst="rightArrowCallout">
            <a:avLst>
              <a:gd fmla="val 25000" name="adj1"/>
              <a:gd fmla="val 25000" name="adj2"/>
              <a:gd fmla="val 25000" name="adj3"/>
              <a:gd fmla="val 88115"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2. Click copy files so it will put the file in your repo workspace folder for versioning.</a:t>
            </a:r>
            <a:endParaRPr sz="1200">
              <a:solidFill>
                <a:schemeClr val="lt1"/>
              </a:solidFill>
              <a:latin typeface="Lexend"/>
              <a:ea typeface="Lexend"/>
              <a:cs typeface="Lexend"/>
              <a:sym typeface="Lexend"/>
            </a:endParaRPr>
          </a:p>
        </p:txBody>
      </p:sp>
      <p:sp>
        <p:nvSpPr>
          <p:cNvPr id="328" name="Google Shape;328;p17"/>
          <p:cNvSpPr/>
          <p:nvPr/>
        </p:nvSpPr>
        <p:spPr>
          <a:xfrm>
            <a:off x="2762700" y="1460850"/>
            <a:ext cx="388200" cy="1152900"/>
          </a:xfrm>
          <a:prstGeom prst="bentArrow">
            <a:avLst>
              <a:gd fmla="val 25000" name="adj1"/>
              <a:gd fmla="val 25000" name="adj2"/>
              <a:gd fmla="val 25000" name="adj3"/>
              <a:gd fmla="val 4375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9" name="Google Shape;329;p17"/>
          <p:cNvSpPr txBox="1"/>
          <p:nvPr/>
        </p:nvSpPr>
        <p:spPr>
          <a:xfrm>
            <a:off x="152400" y="1524725"/>
            <a:ext cx="2610300" cy="7161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1. Make folder window and Eclipse window so you can drag java file into project folder</a:t>
            </a:r>
            <a:endParaRPr>
              <a:solidFill>
                <a:schemeClr val="dk1"/>
              </a:solidFill>
              <a:latin typeface="Lexend"/>
              <a:ea typeface="Lexend"/>
              <a:cs typeface="Lexend"/>
              <a:sym typeface="Lexend"/>
            </a:endParaRPr>
          </a:p>
        </p:txBody>
      </p:sp>
      <p:sp>
        <p:nvSpPr>
          <p:cNvPr id="330" name="Google Shape;330;p17"/>
          <p:cNvSpPr/>
          <p:nvPr/>
        </p:nvSpPr>
        <p:spPr>
          <a:xfrm>
            <a:off x="6223950" y="899200"/>
            <a:ext cx="2717400" cy="14127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Lexend"/>
                <a:ea typeface="Lexend"/>
                <a:cs typeface="Lexend"/>
                <a:sym typeface="Lexend"/>
              </a:rPr>
              <a:t>You should see the .java and .class file in the project. If you go to your github desktop you can commit and push a new version.</a:t>
            </a:r>
            <a:endParaRPr sz="12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18" title="Screenshot 2025-08-11 at 6.10.53 PM.png"/>
          <p:cNvPicPr preferRelativeResize="0"/>
          <p:nvPr/>
        </p:nvPicPr>
        <p:blipFill>
          <a:blip r:embed="rId3">
            <a:alphaModFix/>
          </a:blip>
          <a:stretch>
            <a:fillRect/>
          </a:stretch>
        </p:blipFill>
        <p:spPr>
          <a:xfrm>
            <a:off x="1490400" y="549800"/>
            <a:ext cx="7231799" cy="2563375"/>
          </a:xfrm>
          <a:prstGeom prst="rect">
            <a:avLst/>
          </a:prstGeom>
          <a:noFill/>
          <a:ln>
            <a:noFill/>
          </a:ln>
        </p:spPr>
      </p:pic>
      <p:sp>
        <p:nvSpPr>
          <p:cNvPr id="336" name="Google Shape;336;p18"/>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Errors</a:t>
            </a:r>
            <a:endParaRPr/>
          </a:p>
        </p:txBody>
      </p:sp>
      <p:sp>
        <p:nvSpPr>
          <p:cNvPr id="337" name="Google Shape;337;p18"/>
          <p:cNvSpPr/>
          <p:nvPr/>
        </p:nvSpPr>
        <p:spPr>
          <a:xfrm>
            <a:off x="638275" y="808888"/>
            <a:ext cx="948900" cy="3909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a:t>
            </a:r>
            <a:endParaRPr sz="1200">
              <a:solidFill>
                <a:schemeClr val="lt1"/>
              </a:solidFill>
              <a:latin typeface="Lexend"/>
              <a:ea typeface="Lexend"/>
              <a:cs typeface="Lexend"/>
              <a:sym typeface="Lexend"/>
            </a:endParaRPr>
          </a:p>
        </p:txBody>
      </p:sp>
      <p:sp>
        <p:nvSpPr>
          <p:cNvPr id="338" name="Google Shape;338;p18"/>
          <p:cNvSpPr/>
          <p:nvPr/>
        </p:nvSpPr>
        <p:spPr>
          <a:xfrm>
            <a:off x="465825" y="1340275"/>
            <a:ext cx="2685300" cy="572700"/>
          </a:xfrm>
          <a:prstGeom prst="rightArrowCallout">
            <a:avLst>
              <a:gd fmla="val 25000" name="adj1"/>
              <a:gd fmla="val 25000" name="adj2"/>
              <a:gd fmla="val 25000" name="adj3"/>
              <a:gd fmla="val 87210"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 Location - hover over for information on how to fix. </a:t>
            </a:r>
            <a:endParaRPr sz="1200">
              <a:solidFill>
                <a:schemeClr val="lt1"/>
              </a:solidFill>
              <a:latin typeface="Lexend"/>
              <a:ea typeface="Lexend"/>
              <a:cs typeface="Lexend"/>
              <a:sym typeface="Lexend"/>
            </a:endParaRPr>
          </a:p>
        </p:txBody>
      </p:sp>
      <p:sp>
        <p:nvSpPr>
          <p:cNvPr id="339" name="Google Shape;339;p18"/>
          <p:cNvSpPr/>
          <p:nvPr/>
        </p:nvSpPr>
        <p:spPr>
          <a:xfrm>
            <a:off x="5684825" y="1507975"/>
            <a:ext cx="463500" cy="237300"/>
          </a:xfrm>
          <a:prstGeom prst="roundRect">
            <a:avLst>
              <a:gd fmla="val 16667" name="adj"/>
            </a:avLst>
          </a:prstGeom>
          <a:no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340" name="Google Shape;340;p18"/>
          <p:cNvSpPr/>
          <p:nvPr/>
        </p:nvSpPr>
        <p:spPr>
          <a:xfrm>
            <a:off x="6051275" y="1469575"/>
            <a:ext cx="1391100" cy="314100"/>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Problem</a:t>
            </a:r>
            <a:endParaRPr>
              <a:latin typeface="Lexend"/>
              <a:ea typeface="Lexend"/>
              <a:cs typeface="Lexend"/>
              <a:sym typeface="Lexend"/>
            </a:endParaRPr>
          </a:p>
        </p:txBody>
      </p:sp>
      <p:sp>
        <p:nvSpPr>
          <p:cNvPr id="341" name="Google Shape;341;p18"/>
          <p:cNvSpPr/>
          <p:nvPr/>
        </p:nvSpPr>
        <p:spPr>
          <a:xfrm>
            <a:off x="2762625" y="203802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Problems Tab</a:t>
            </a:r>
            <a:endParaRPr>
              <a:latin typeface="Catamaran"/>
              <a:ea typeface="Catamaran"/>
              <a:cs typeface="Catamaran"/>
              <a:sym typeface="Catamaran"/>
            </a:endParaRPr>
          </a:p>
        </p:txBody>
      </p:sp>
      <p:sp>
        <p:nvSpPr>
          <p:cNvPr id="342" name="Google Shape;342;p18"/>
          <p:cNvSpPr/>
          <p:nvPr/>
        </p:nvSpPr>
        <p:spPr>
          <a:xfrm>
            <a:off x="1102025" y="2893600"/>
            <a:ext cx="1951500" cy="3141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Error Information</a:t>
            </a:r>
            <a:endParaRPr sz="1200">
              <a:solidFill>
                <a:schemeClr val="lt1"/>
              </a:solidFill>
              <a:latin typeface="Lexend"/>
              <a:ea typeface="Lexend"/>
              <a:cs typeface="Lexend"/>
              <a:sym typeface="Lexend"/>
            </a:endParaRPr>
          </a:p>
        </p:txBody>
      </p:sp>
      <p:sp>
        <p:nvSpPr>
          <p:cNvPr id="343" name="Google Shape;343;p18"/>
          <p:cNvSpPr/>
          <p:nvPr/>
        </p:nvSpPr>
        <p:spPr>
          <a:xfrm>
            <a:off x="3151125" y="3113175"/>
            <a:ext cx="15417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Description</a:t>
            </a:r>
            <a:endParaRPr>
              <a:solidFill>
                <a:schemeClr val="dk1"/>
              </a:solidFill>
              <a:latin typeface="Catamaran"/>
              <a:ea typeface="Catamaran"/>
              <a:cs typeface="Catamaran"/>
              <a:sym typeface="Catamaran"/>
            </a:endParaRPr>
          </a:p>
        </p:txBody>
      </p:sp>
      <p:sp>
        <p:nvSpPr>
          <p:cNvPr id="344" name="Google Shape;344;p18"/>
          <p:cNvSpPr/>
          <p:nvPr/>
        </p:nvSpPr>
        <p:spPr>
          <a:xfrm>
            <a:off x="6223775" y="3059275"/>
            <a:ext cx="10461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File name</a:t>
            </a:r>
            <a:endParaRPr>
              <a:solidFill>
                <a:schemeClr val="dk1"/>
              </a:solidFill>
              <a:latin typeface="Catamaran"/>
              <a:ea typeface="Catamaran"/>
              <a:cs typeface="Catamaran"/>
              <a:sym typeface="Catamaran"/>
            </a:endParaRPr>
          </a:p>
        </p:txBody>
      </p:sp>
      <p:sp>
        <p:nvSpPr>
          <p:cNvPr id="345" name="Google Shape;345;p18"/>
          <p:cNvSpPr/>
          <p:nvPr/>
        </p:nvSpPr>
        <p:spPr>
          <a:xfrm>
            <a:off x="7357475" y="3113175"/>
            <a:ext cx="12834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Line Number</a:t>
            </a:r>
            <a:endParaRPr>
              <a:solidFill>
                <a:schemeClr val="dk1"/>
              </a:solidFill>
              <a:latin typeface="Catamaran"/>
              <a:ea typeface="Catamaran"/>
              <a:cs typeface="Catamaran"/>
              <a:sym typeface="Catamaran"/>
            </a:endParaRPr>
          </a:p>
        </p:txBody>
      </p:sp>
      <p:pic>
        <p:nvPicPr>
          <p:cNvPr id="346" name="Google Shape;346;p18" title="Screenshot 2025-08-11 at 6.16.36 PM.png"/>
          <p:cNvPicPr preferRelativeResize="0"/>
          <p:nvPr/>
        </p:nvPicPr>
        <p:blipFill rotWithShape="1">
          <a:blip r:embed="rId4">
            <a:alphaModFix/>
          </a:blip>
          <a:srcRect b="18200" l="0" r="5491" t="0"/>
          <a:stretch/>
        </p:blipFill>
        <p:spPr>
          <a:xfrm>
            <a:off x="3290950" y="4091250"/>
            <a:ext cx="5529876" cy="924650"/>
          </a:xfrm>
          <a:prstGeom prst="rect">
            <a:avLst/>
          </a:prstGeom>
          <a:solidFill>
            <a:srgbClr val="00FFFF"/>
          </a:solidFill>
          <a:ln cap="flat" cmpd="sng" w="9525">
            <a:solidFill>
              <a:schemeClr val="dk2"/>
            </a:solidFill>
            <a:prstDash val="solid"/>
            <a:round/>
            <a:headEnd len="sm" w="sm" type="none"/>
            <a:tailEnd len="sm" w="sm" type="none"/>
          </a:ln>
        </p:spPr>
      </p:pic>
      <p:sp>
        <p:nvSpPr>
          <p:cNvPr id="347" name="Google Shape;347;p18"/>
          <p:cNvSpPr/>
          <p:nvPr/>
        </p:nvSpPr>
        <p:spPr>
          <a:xfrm>
            <a:off x="394875" y="4188325"/>
            <a:ext cx="2827200" cy="5727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Program won’t run and displays error in Console window</a:t>
            </a:r>
            <a:endParaRPr sz="1200">
              <a:solidFill>
                <a:schemeClr val="lt1"/>
              </a:solidFill>
              <a:latin typeface="Lexend"/>
              <a:ea typeface="Lexend"/>
              <a:cs typeface="Lexend"/>
              <a:sym typeface="Lexend"/>
            </a:endParaRPr>
          </a:p>
        </p:txBody>
      </p:sp>
      <p:sp>
        <p:nvSpPr>
          <p:cNvPr id="348" name="Google Shape;348;p18"/>
          <p:cNvSpPr/>
          <p:nvPr/>
        </p:nvSpPr>
        <p:spPr>
          <a:xfrm>
            <a:off x="4584650" y="3687850"/>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Console Tab</a:t>
            </a:r>
            <a:endParaRPr>
              <a:latin typeface="Catamaran"/>
              <a:ea typeface="Catamaran"/>
              <a:cs typeface="Catamaran"/>
              <a:sym typeface="Catamaran"/>
            </a:endParaRPr>
          </a:p>
        </p:txBody>
      </p:sp>
      <p:sp>
        <p:nvSpPr>
          <p:cNvPr id="349" name="Google Shape;349;p18"/>
          <p:cNvSpPr/>
          <p:nvPr/>
        </p:nvSpPr>
        <p:spPr>
          <a:xfrm>
            <a:off x="394875" y="2537379"/>
            <a:ext cx="2658600" cy="314100"/>
          </a:xfrm>
          <a:prstGeom prst="rightArrowCallout">
            <a:avLst>
              <a:gd fmla="val 25000" name="adj1"/>
              <a:gd fmla="val 25000" name="adj2"/>
              <a:gd fmla="val 25000" name="adj3"/>
              <a:gd fmla="val 92304"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Shows errors from all files.</a:t>
            </a:r>
            <a:endParaRPr sz="1200">
              <a:solidFill>
                <a:schemeClr val="lt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9"/>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Warnings</a:t>
            </a:r>
            <a:endParaRPr/>
          </a:p>
        </p:txBody>
      </p:sp>
      <p:sp>
        <p:nvSpPr>
          <p:cNvPr id="355" name="Google Shape;355;p19"/>
          <p:cNvSpPr txBox="1"/>
          <p:nvPr>
            <p:ph idx="1" type="body"/>
          </p:nvPr>
        </p:nvSpPr>
        <p:spPr>
          <a:xfrm>
            <a:off x="293550" y="536150"/>
            <a:ext cx="8691000" cy="14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50"/>
              <a:t>Your program should not contain warnings. </a:t>
            </a:r>
            <a:r>
              <a:rPr lang="en" sz="1350"/>
              <a:t>Why fix them?</a:t>
            </a:r>
            <a:endParaRPr sz="1350"/>
          </a:p>
          <a:p>
            <a:pPr indent="-314325" lvl="0" marL="457200" rtl="0" algn="l">
              <a:spcBef>
                <a:spcPts val="0"/>
              </a:spcBef>
              <a:spcAft>
                <a:spcPts val="0"/>
              </a:spcAft>
              <a:buSzPts val="1350"/>
              <a:buChar char="●"/>
            </a:pPr>
            <a:r>
              <a:rPr lang="en" sz="1350"/>
              <a:t>Possible Security Risks – Some warnings indicate unsafe code that could be exploited.</a:t>
            </a:r>
            <a:endParaRPr sz="1350"/>
          </a:p>
          <a:p>
            <a:pPr indent="-314325" lvl="0" marL="457200" rtl="0" algn="l">
              <a:spcBef>
                <a:spcPts val="0"/>
              </a:spcBef>
              <a:spcAft>
                <a:spcPts val="0"/>
              </a:spcAft>
              <a:buSzPts val="1350"/>
              <a:buChar char="●"/>
            </a:pPr>
            <a:r>
              <a:rPr lang="en" sz="1350"/>
              <a:t>Maintainability – Clean code is easier for you (and others) to read, debug, and improve.</a:t>
            </a:r>
            <a:endParaRPr sz="1350"/>
          </a:p>
          <a:p>
            <a:pPr indent="-314325" lvl="0" marL="457200" rtl="0" algn="l">
              <a:spcBef>
                <a:spcPts val="0"/>
              </a:spcBef>
              <a:spcAft>
                <a:spcPts val="0"/>
              </a:spcAft>
              <a:buSzPts val="1350"/>
              <a:buChar char="●"/>
            </a:pPr>
            <a:r>
              <a:rPr lang="en" sz="1350"/>
              <a:t>Professional Standards – In industry, code reviews often require zero warnings before approval.</a:t>
            </a:r>
            <a:endParaRPr sz="1350"/>
          </a:p>
          <a:p>
            <a:pPr indent="-314325" lvl="0" marL="457200" rtl="0" algn="l">
              <a:spcBef>
                <a:spcPts val="0"/>
              </a:spcBef>
              <a:spcAft>
                <a:spcPts val="0"/>
              </a:spcAft>
              <a:buSzPts val="1350"/>
              <a:buChar char="●"/>
            </a:pPr>
            <a:r>
              <a:rPr lang="en" sz="1350"/>
              <a:t>Prevent Future Bugs – Warnings can signal logic issues or outdated methods that might cause errors later.</a:t>
            </a:r>
            <a:endParaRPr sz="1350"/>
          </a:p>
          <a:p>
            <a:pPr indent="0" lvl="0" marL="457200" rtl="0" algn="l">
              <a:spcBef>
                <a:spcPts val="0"/>
              </a:spcBef>
              <a:spcAft>
                <a:spcPts val="0"/>
              </a:spcAft>
              <a:buNone/>
            </a:pPr>
            <a:r>
              <a:t/>
            </a:r>
            <a:endParaRPr sz="1350"/>
          </a:p>
        </p:txBody>
      </p:sp>
      <p:pic>
        <p:nvPicPr>
          <p:cNvPr id="356" name="Google Shape;356;p19" title="Screenshot 2025-08-11 at 6.22.24 PM.png"/>
          <p:cNvPicPr preferRelativeResize="0"/>
          <p:nvPr/>
        </p:nvPicPr>
        <p:blipFill>
          <a:blip r:embed="rId3">
            <a:alphaModFix/>
          </a:blip>
          <a:stretch>
            <a:fillRect/>
          </a:stretch>
        </p:blipFill>
        <p:spPr>
          <a:xfrm>
            <a:off x="1991588" y="1807150"/>
            <a:ext cx="6739375" cy="2822750"/>
          </a:xfrm>
          <a:prstGeom prst="rect">
            <a:avLst/>
          </a:prstGeom>
          <a:noFill/>
          <a:ln>
            <a:noFill/>
          </a:ln>
        </p:spPr>
      </p:pic>
      <p:sp>
        <p:nvSpPr>
          <p:cNvPr id="357" name="Google Shape;357;p19"/>
          <p:cNvSpPr/>
          <p:nvPr/>
        </p:nvSpPr>
        <p:spPr>
          <a:xfrm>
            <a:off x="837813" y="2031475"/>
            <a:ext cx="1153800" cy="3909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a:t>
            </a:r>
            <a:endParaRPr sz="1200">
              <a:solidFill>
                <a:schemeClr val="lt1"/>
              </a:solidFill>
              <a:latin typeface="Lexend"/>
              <a:ea typeface="Lexend"/>
              <a:cs typeface="Lexend"/>
              <a:sym typeface="Lexend"/>
            </a:endParaRPr>
          </a:p>
        </p:txBody>
      </p:sp>
      <p:sp>
        <p:nvSpPr>
          <p:cNvPr id="358" name="Google Shape;358;p19"/>
          <p:cNvSpPr/>
          <p:nvPr/>
        </p:nvSpPr>
        <p:spPr>
          <a:xfrm rot="-843253">
            <a:off x="430569" y="2550209"/>
            <a:ext cx="3478834" cy="572772"/>
          </a:xfrm>
          <a:prstGeom prst="rightArrowCallout">
            <a:avLst>
              <a:gd fmla="val 25000" name="adj1"/>
              <a:gd fmla="val 25000" name="adj2"/>
              <a:gd fmla="val 25000" name="adj3"/>
              <a:gd fmla="val 75564"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 </a:t>
            </a:r>
            <a:r>
              <a:rPr lang="en" sz="1200">
                <a:solidFill>
                  <a:schemeClr val="lt1"/>
                </a:solidFill>
                <a:latin typeface="Lexend"/>
                <a:ea typeface="Lexend"/>
                <a:cs typeface="Lexend"/>
                <a:sym typeface="Lexend"/>
              </a:rPr>
              <a:t>Location - hover over for information on how to fix. </a:t>
            </a:r>
            <a:endParaRPr sz="1200">
              <a:solidFill>
                <a:schemeClr val="lt1"/>
              </a:solidFill>
              <a:latin typeface="Lexend"/>
              <a:ea typeface="Lexend"/>
              <a:cs typeface="Lexend"/>
              <a:sym typeface="Lexend"/>
            </a:endParaRPr>
          </a:p>
        </p:txBody>
      </p:sp>
      <p:sp>
        <p:nvSpPr>
          <p:cNvPr id="359" name="Google Shape;359;p19"/>
          <p:cNvSpPr/>
          <p:nvPr/>
        </p:nvSpPr>
        <p:spPr>
          <a:xfrm rot="555430">
            <a:off x="6153714" y="2300247"/>
            <a:ext cx="1391219" cy="313972"/>
          </a:xfrm>
          <a:prstGeom prst="leftArrowCallout">
            <a:avLst>
              <a:gd fmla="val 25000" name="adj1"/>
              <a:gd fmla="val 25000" name="adj2"/>
              <a:gd fmla="val 25000" name="adj3"/>
              <a:gd fmla="val 74659"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Problem</a:t>
            </a:r>
            <a:endParaRPr>
              <a:latin typeface="Lexend"/>
              <a:ea typeface="Lexend"/>
              <a:cs typeface="Lexend"/>
              <a:sym typeface="Lexend"/>
            </a:endParaRPr>
          </a:p>
        </p:txBody>
      </p:sp>
      <p:sp>
        <p:nvSpPr>
          <p:cNvPr id="360" name="Google Shape;360;p19"/>
          <p:cNvSpPr/>
          <p:nvPr/>
        </p:nvSpPr>
        <p:spPr>
          <a:xfrm>
            <a:off x="3371813" y="3188375"/>
            <a:ext cx="1391100" cy="4572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Problems Tab</a:t>
            </a:r>
            <a:endParaRPr>
              <a:latin typeface="Catamaran"/>
              <a:ea typeface="Catamaran"/>
              <a:cs typeface="Catamaran"/>
              <a:sym typeface="Catamaran"/>
            </a:endParaRPr>
          </a:p>
        </p:txBody>
      </p:sp>
      <p:sp>
        <p:nvSpPr>
          <p:cNvPr id="361" name="Google Shape;361;p19"/>
          <p:cNvSpPr/>
          <p:nvPr/>
        </p:nvSpPr>
        <p:spPr>
          <a:xfrm>
            <a:off x="1279913" y="4106700"/>
            <a:ext cx="2469300" cy="326100"/>
          </a:xfrm>
          <a:prstGeom prst="rightArrowCallout">
            <a:avLst>
              <a:gd fmla="val 25000" name="adj1"/>
              <a:gd fmla="val 25000" name="adj2"/>
              <a:gd fmla="val 25000" name="adj3"/>
              <a:gd fmla="val 78622"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Warning </a:t>
            </a:r>
            <a:r>
              <a:rPr lang="en" sz="1200">
                <a:solidFill>
                  <a:schemeClr val="lt1"/>
                </a:solidFill>
                <a:latin typeface="Lexend"/>
                <a:ea typeface="Lexend"/>
                <a:cs typeface="Lexend"/>
                <a:sym typeface="Lexend"/>
              </a:rPr>
              <a:t>Information</a:t>
            </a:r>
            <a:endParaRPr sz="1200">
              <a:solidFill>
                <a:schemeClr val="lt1"/>
              </a:solidFill>
              <a:latin typeface="Lexend"/>
              <a:ea typeface="Lexend"/>
              <a:cs typeface="Lexend"/>
              <a:sym typeface="Lexend"/>
            </a:endParaRPr>
          </a:p>
        </p:txBody>
      </p:sp>
      <p:sp>
        <p:nvSpPr>
          <p:cNvPr id="362" name="Google Shape;362;p19"/>
          <p:cNvSpPr/>
          <p:nvPr/>
        </p:nvSpPr>
        <p:spPr>
          <a:xfrm>
            <a:off x="4073038" y="4661375"/>
            <a:ext cx="15417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Description</a:t>
            </a:r>
            <a:endParaRPr>
              <a:solidFill>
                <a:schemeClr val="dk1"/>
              </a:solidFill>
              <a:latin typeface="Catamaran"/>
              <a:ea typeface="Catamaran"/>
              <a:cs typeface="Catamaran"/>
              <a:sym typeface="Catamaran"/>
            </a:endParaRPr>
          </a:p>
        </p:txBody>
      </p:sp>
      <p:sp>
        <p:nvSpPr>
          <p:cNvPr id="363" name="Google Shape;363;p19"/>
          <p:cNvSpPr/>
          <p:nvPr/>
        </p:nvSpPr>
        <p:spPr>
          <a:xfrm>
            <a:off x="6628113" y="4661375"/>
            <a:ext cx="1046100" cy="4572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File name</a:t>
            </a:r>
            <a:endParaRPr>
              <a:solidFill>
                <a:schemeClr val="dk1"/>
              </a:solidFill>
              <a:latin typeface="Catamaran"/>
              <a:ea typeface="Catamaran"/>
              <a:cs typeface="Catamaran"/>
              <a:sym typeface="Catamaran"/>
            </a:endParaRPr>
          </a:p>
        </p:txBody>
      </p:sp>
      <p:sp>
        <p:nvSpPr>
          <p:cNvPr id="364" name="Google Shape;364;p19"/>
          <p:cNvSpPr/>
          <p:nvPr/>
        </p:nvSpPr>
        <p:spPr>
          <a:xfrm>
            <a:off x="7934525" y="4726925"/>
            <a:ext cx="1153800" cy="3261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0E0E0E"/>
                </a:solidFill>
                <a:latin typeface="Lexend"/>
                <a:ea typeface="Lexend"/>
                <a:cs typeface="Lexend"/>
                <a:sym typeface="Lexend"/>
              </a:rPr>
              <a:t>Line Number</a:t>
            </a:r>
            <a:endParaRPr sz="1100">
              <a:solidFill>
                <a:schemeClr val="dk1"/>
              </a:solidFill>
              <a:latin typeface="Catamaran"/>
              <a:ea typeface="Catamaran"/>
              <a:cs typeface="Catamaran"/>
              <a:sym typeface="Catamaran"/>
            </a:endParaRPr>
          </a:p>
        </p:txBody>
      </p:sp>
      <p:sp>
        <p:nvSpPr>
          <p:cNvPr id="365" name="Google Shape;365;p19"/>
          <p:cNvSpPr/>
          <p:nvPr/>
        </p:nvSpPr>
        <p:spPr>
          <a:xfrm>
            <a:off x="4397638" y="3816775"/>
            <a:ext cx="2469300" cy="3909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Shows warnings from all files</a:t>
            </a:r>
            <a:endParaRPr>
              <a:latin typeface="Catamaran"/>
              <a:ea typeface="Catamaran"/>
              <a:cs typeface="Catamaran"/>
              <a:sym typeface="Catamar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0"/>
          <p:cNvSpPr txBox="1"/>
          <p:nvPr>
            <p:ph idx="4294967295" type="subTitle"/>
          </p:nvPr>
        </p:nvSpPr>
        <p:spPr>
          <a:xfrm>
            <a:off x="398275" y="916375"/>
            <a:ext cx="8575500" cy="16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 “perspective” is just a layout of views and controls what you see in certain menus and toolbar. You will be using the Java and Debug Perspectives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If your “perspective” gets messed up Click window &gt; perspective &gt; reset perspective</a:t>
            </a:r>
            <a:endParaRPr/>
          </a:p>
          <a:p>
            <a:pPr indent="-317500" lvl="1" marL="914400" rtl="0" algn="l">
              <a:spcBef>
                <a:spcPts val="0"/>
              </a:spcBef>
              <a:spcAft>
                <a:spcPts val="0"/>
              </a:spcAft>
              <a:buSzPts val="1400"/>
              <a:buAutoNum type="alphaLcPeriod"/>
            </a:pPr>
            <a:r>
              <a:rPr lang="en"/>
              <a:t>If you accidentally close a panel and want to bring it back</a:t>
            </a:r>
            <a:endParaRPr/>
          </a:p>
          <a:p>
            <a:pPr indent="-317500" lvl="1" marL="914400" rtl="0" algn="l">
              <a:spcBef>
                <a:spcPts val="0"/>
              </a:spcBef>
              <a:spcAft>
                <a:spcPts val="0"/>
              </a:spcAft>
              <a:buSzPts val="1400"/>
              <a:buAutoNum type="alphaLcPeriod"/>
            </a:pPr>
            <a:r>
              <a:rPr lang="en"/>
              <a:t>If important windows like the console or package explorer disappear</a:t>
            </a:r>
            <a:endParaRPr/>
          </a:p>
          <a:p>
            <a:pPr indent="0" lvl="0" marL="0" rtl="0" algn="l">
              <a:spcBef>
                <a:spcPts val="0"/>
              </a:spcBef>
              <a:spcAft>
                <a:spcPts val="0"/>
              </a:spcAft>
              <a:buNone/>
            </a:pPr>
            <a:r>
              <a:t/>
            </a:r>
            <a:endParaRPr/>
          </a:p>
        </p:txBody>
      </p:sp>
      <p:pic>
        <p:nvPicPr>
          <p:cNvPr id="371" name="Google Shape;371;p20"/>
          <p:cNvPicPr preferRelativeResize="0"/>
          <p:nvPr/>
        </p:nvPicPr>
        <p:blipFill rotWithShape="1">
          <a:blip r:embed="rId3">
            <a:alphaModFix/>
          </a:blip>
          <a:srcRect b="0" l="0" r="0" t="0"/>
          <a:stretch/>
        </p:blipFill>
        <p:spPr>
          <a:xfrm>
            <a:off x="2428750" y="2540425"/>
            <a:ext cx="6279900" cy="2238450"/>
          </a:xfrm>
          <a:prstGeom prst="rect">
            <a:avLst/>
          </a:prstGeom>
          <a:noFill/>
          <a:ln>
            <a:noFill/>
          </a:ln>
        </p:spPr>
      </p:pic>
      <p:sp>
        <p:nvSpPr>
          <p:cNvPr id="372" name="Google Shape;372;p20"/>
          <p:cNvSpPr/>
          <p:nvPr/>
        </p:nvSpPr>
        <p:spPr>
          <a:xfrm rot="-1168">
            <a:off x="5704975" y="4180753"/>
            <a:ext cx="883200" cy="3543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373" name="Google Shape;373;p20"/>
          <p:cNvSpPr txBox="1"/>
          <p:nvPr>
            <p:ph type="title"/>
          </p:nvPr>
        </p:nvSpPr>
        <p:spPr>
          <a:xfrm>
            <a:off x="288675" y="2379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Reset Perspective and Views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1"/>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Formatter Profile Set Up</a:t>
            </a:r>
            <a:endParaRPr/>
          </a:p>
        </p:txBody>
      </p:sp>
      <p:sp>
        <p:nvSpPr>
          <p:cNvPr id="379" name="Google Shape;379;p21"/>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Go to settings (or might be called preferences)</a:t>
            </a:r>
            <a:endParaRPr sz="1300">
              <a:latin typeface="Lexend"/>
              <a:ea typeface="Lexend"/>
              <a:cs typeface="Lexend"/>
              <a:sym typeface="Lexend"/>
            </a:endParaRPr>
          </a:p>
          <a:p>
            <a:pPr indent="-3111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Windows OS Go to menus Window -&gt; preferences</a:t>
            </a:r>
            <a:endParaRPr sz="1300">
              <a:latin typeface="Lexend"/>
              <a:ea typeface="Lexend"/>
              <a:cs typeface="Lexend"/>
              <a:sym typeface="Lexend"/>
            </a:endParaRPr>
          </a:p>
          <a:p>
            <a:pPr indent="-311150" lvl="1" marL="914400" rtl="0" algn="l">
              <a:lnSpc>
                <a:spcPct val="115000"/>
              </a:lnSpc>
              <a:spcBef>
                <a:spcPts val="0"/>
              </a:spcBef>
              <a:spcAft>
                <a:spcPts val="0"/>
              </a:spcAft>
              <a:buSzPts val="1300"/>
              <a:buFont typeface="Lexend"/>
              <a:buAutoNum type="alphaLcPeriod"/>
            </a:pPr>
            <a:r>
              <a:rPr lang="en" sz="1300">
                <a:latin typeface="Lexend"/>
                <a:ea typeface="Lexend"/>
                <a:cs typeface="Lexend"/>
                <a:sym typeface="Lexend"/>
              </a:rPr>
              <a:t>Mac OS go to menus Eclipse -&gt; settings</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Then navigate to Java -&gt; Code Style -&gt; Format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AutoNum type="arabicPeriod"/>
            </a:pPr>
            <a:r>
              <a:rPr lang="en" sz="1300">
                <a:latin typeface="Lexend"/>
                <a:ea typeface="Lexend"/>
                <a:cs typeface="Lexend"/>
                <a:sym typeface="Lexend"/>
              </a:rPr>
              <a:t>Click new, Give your profile a name and click ok</a:t>
            </a:r>
            <a:endParaRPr sz="1300">
              <a:latin typeface="Lexend"/>
              <a:ea typeface="Lexend"/>
              <a:cs typeface="Lexend"/>
              <a:sym typeface="Lexend"/>
            </a:endParaRPr>
          </a:p>
        </p:txBody>
      </p:sp>
      <p:pic>
        <p:nvPicPr>
          <p:cNvPr id="380" name="Google Shape;380;p21" title="Screenshot 2025-08-11 at 3.37.19 PM.png"/>
          <p:cNvPicPr preferRelativeResize="0"/>
          <p:nvPr/>
        </p:nvPicPr>
        <p:blipFill rotWithShape="1">
          <a:blip r:embed="rId3">
            <a:alphaModFix/>
          </a:blip>
          <a:srcRect b="0" l="2192" r="6107" t="0"/>
          <a:stretch/>
        </p:blipFill>
        <p:spPr>
          <a:xfrm>
            <a:off x="682800" y="2000475"/>
            <a:ext cx="4642686" cy="2590700"/>
          </a:xfrm>
          <a:prstGeom prst="rect">
            <a:avLst/>
          </a:prstGeom>
          <a:noFill/>
          <a:ln>
            <a:noFill/>
          </a:ln>
        </p:spPr>
      </p:pic>
      <p:sp>
        <p:nvSpPr>
          <p:cNvPr id="381" name="Google Shape;381;p21"/>
          <p:cNvSpPr/>
          <p:nvPr/>
        </p:nvSpPr>
        <p:spPr>
          <a:xfrm rot="1128017">
            <a:off x="75108" y="3587150"/>
            <a:ext cx="862940" cy="32825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
        <p:nvSpPr>
          <p:cNvPr id="382" name="Google Shape;382;p21"/>
          <p:cNvSpPr/>
          <p:nvPr/>
        </p:nvSpPr>
        <p:spPr>
          <a:xfrm>
            <a:off x="1382375" y="2582624"/>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sp>
        <p:nvSpPr>
          <p:cNvPr id="383" name="Google Shape;383;p21"/>
          <p:cNvSpPr/>
          <p:nvPr/>
        </p:nvSpPr>
        <p:spPr>
          <a:xfrm>
            <a:off x="1382375" y="3245001"/>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sp>
        <p:nvSpPr>
          <p:cNvPr id="384" name="Google Shape;384;p21"/>
          <p:cNvSpPr txBox="1"/>
          <p:nvPr/>
        </p:nvSpPr>
        <p:spPr>
          <a:xfrm>
            <a:off x="5325475" y="616150"/>
            <a:ext cx="3551100" cy="1262100"/>
          </a:xfrm>
          <a:prstGeom prst="rect">
            <a:avLst/>
          </a:prstGeom>
          <a:solidFill>
            <a:srgbClr val="0E0E0E"/>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Go to the Braces section, for all categories </a:t>
            </a:r>
            <a:r>
              <a:rPr lang="en">
                <a:solidFill>
                  <a:schemeClr val="dk1"/>
                </a:solidFill>
                <a:latin typeface="Lexend"/>
                <a:ea typeface="Lexend"/>
                <a:cs typeface="Lexend"/>
                <a:sym typeface="Lexend"/>
              </a:rPr>
              <a:t>set Position to Next line. </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Click ok to save profile.</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AutoNum type="arabicPeriod" startAt="4"/>
            </a:pPr>
            <a:r>
              <a:rPr lang="en">
                <a:solidFill>
                  <a:schemeClr val="dk1"/>
                </a:solidFill>
                <a:latin typeface="Lexend"/>
                <a:ea typeface="Lexend"/>
                <a:cs typeface="Lexend"/>
                <a:sym typeface="Lexend"/>
              </a:rPr>
              <a:t>Click apply and save</a:t>
            </a:r>
            <a:endParaRPr>
              <a:solidFill>
                <a:schemeClr val="dk1"/>
              </a:solidFill>
              <a:latin typeface="Lexend"/>
              <a:ea typeface="Lexend"/>
              <a:cs typeface="Lexend"/>
              <a:sym typeface="Lexend"/>
            </a:endParaRPr>
          </a:p>
        </p:txBody>
      </p:sp>
      <p:sp>
        <p:nvSpPr>
          <p:cNvPr id="385" name="Google Shape;385;p21"/>
          <p:cNvSpPr/>
          <p:nvPr/>
        </p:nvSpPr>
        <p:spPr>
          <a:xfrm>
            <a:off x="3962825" y="4173776"/>
            <a:ext cx="8391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3</a:t>
            </a:r>
            <a:endParaRPr i="0" sz="1200" u="none" cap="none" strike="noStrike">
              <a:solidFill>
                <a:srgbClr val="000000"/>
              </a:solidFill>
              <a:latin typeface="Lexend"/>
              <a:ea typeface="Lexend"/>
              <a:cs typeface="Lexend"/>
              <a:sym typeface="Lexend"/>
            </a:endParaRPr>
          </a:p>
        </p:txBody>
      </p:sp>
      <p:pic>
        <p:nvPicPr>
          <p:cNvPr id="386" name="Google Shape;386;p21" title="Screenshot 2025-08-11 at 3.47.02 PM.png"/>
          <p:cNvPicPr preferRelativeResize="0"/>
          <p:nvPr/>
        </p:nvPicPr>
        <p:blipFill rotWithShape="1">
          <a:blip r:embed="rId4">
            <a:alphaModFix/>
          </a:blip>
          <a:srcRect b="10889" l="0" r="0" t="0"/>
          <a:stretch/>
        </p:blipFill>
        <p:spPr>
          <a:xfrm>
            <a:off x="5501200" y="1960050"/>
            <a:ext cx="3642800" cy="2671550"/>
          </a:xfrm>
          <a:prstGeom prst="rect">
            <a:avLst/>
          </a:prstGeom>
          <a:noFill/>
          <a:ln>
            <a:noFill/>
          </a:ln>
        </p:spPr>
      </p:pic>
      <p:sp>
        <p:nvSpPr>
          <p:cNvPr id="387" name="Google Shape;387;p21"/>
          <p:cNvSpPr/>
          <p:nvPr/>
        </p:nvSpPr>
        <p:spPr>
          <a:xfrm>
            <a:off x="7997551" y="1571175"/>
            <a:ext cx="839100" cy="4293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4</a:t>
            </a:r>
            <a:endParaRPr>
              <a:solidFill>
                <a:schemeClr val="lt1"/>
              </a:solidFill>
              <a:latin typeface="Catamaran"/>
              <a:ea typeface="Catamaran"/>
              <a:cs typeface="Catamaran"/>
              <a:sym typeface="Catamaran"/>
            </a:endParaRPr>
          </a:p>
        </p:txBody>
      </p:sp>
      <p:sp>
        <p:nvSpPr>
          <p:cNvPr id="388" name="Google Shape;388;p21"/>
          <p:cNvSpPr/>
          <p:nvPr/>
        </p:nvSpPr>
        <p:spPr>
          <a:xfrm>
            <a:off x="5764050" y="4471500"/>
            <a:ext cx="3277800" cy="624900"/>
          </a:xfrm>
          <a:prstGeom prst="wedgeRectCallout">
            <a:avLst>
              <a:gd fmla="val 15680" name="adj1"/>
              <a:gd fmla="val -7464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Lexend"/>
                <a:ea typeface="Lexend"/>
                <a:cs typeface="Lexend"/>
                <a:sym typeface="Lexend"/>
              </a:rPr>
              <a:t>This helps find </a:t>
            </a:r>
            <a:r>
              <a:rPr lang="en">
                <a:solidFill>
                  <a:schemeClr val="lt2"/>
                </a:solidFill>
                <a:latin typeface="Lexend"/>
                <a:ea typeface="Lexend"/>
                <a:cs typeface="Lexend"/>
                <a:sym typeface="Lexend"/>
              </a:rPr>
              <a:t>error when brace is missing or incorrectly placed.</a:t>
            </a:r>
            <a:endParaRPr>
              <a:solidFill>
                <a:schemeClr val="lt2"/>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2"/>
          <p:cNvSpPr txBox="1"/>
          <p:nvPr>
            <p:ph type="title"/>
          </p:nvPr>
        </p:nvSpPr>
        <p:spPr>
          <a:xfrm>
            <a:off x="293550" y="95725"/>
            <a:ext cx="77040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Auto-Format on Save </a:t>
            </a:r>
            <a:endParaRPr/>
          </a:p>
        </p:txBody>
      </p:sp>
      <p:sp>
        <p:nvSpPr>
          <p:cNvPr id="394" name="Google Shape;394;p22"/>
          <p:cNvSpPr txBox="1"/>
          <p:nvPr>
            <p:ph idx="1" type="body"/>
          </p:nvPr>
        </p:nvSpPr>
        <p:spPr>
          <a:xfrm>
            <a:off x="293550" y="668427"/>
            <a:ext cx="8850600" cy="41433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a:t>Save Actions on, running code will always auto-format since Eclipse saves before compiling.</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Font typeface="Lexend"/>
              <a:buAutoNum type="arabicPeriod"/>
            </a:pPr>
            <a:r>
              <a:rPr lang="en">
                <a:latin typeface="Lexend"/>
                <a:ea typeface="Lexend"/>
                <a:cs typeface="Lexend"/>
                <a:sym typeface="Lexend"/>
              </a:rPr>
              <a:t>Go to</a:t>
            </a:r>
            <a:endParaRPr>
              <a:latin typeface="Lexend"/>
              <a:ea typeface="Lexend"/>
              <a:cs typeface="Lexend"/>
              <a:sym typeface="Lexend"/>
            </a:endParaRPr>
          </a:p>
          <a:p>
            <a:pPr indent="-317500" lvl="1" marL="914400" rtl="0" algn="l">
              <a:spcBef>
                <a:spcPts val="0"/>
              </a:spcBef>
              <a:spcAft>
                <a:spcPts val="0"/>
              </a:spcAft>
              <a:buSzPts val="1400"/>
              <a:buFont typeface="Lexend"/>
              <a:buAutoNum type="alphaLcPeriod"/>
            </a:pPr>
            <a:r>
              <a:rPr lang="en" sz="1400">
                <a:latin typeface="Lexend"/>
                <a:ea typeface="Lexend"/>
                <a:cs typeface="Lexend"/>
                <a:sym typeface="Lexend"/>
              </a:rPr>
              <a:t>Mac: Eclipse → Settings → Java → Editor → Save Actions</a:t>
            </a:r>
            <a:endParaRPr sz="1400">
              <a:latin typeface="Lexend"/>
              <a:ea typeface="Lexend"/>
              <a:cs typeface="Lexend"/>
              <a:sym typeface="Lexend"/>
            </a:endParaRPr>
          </a:p>
          <a:p>
            <a:pPr indent="-317500" lvl="1" marL="914400" rtl="0" algn="l">
              <a:spcBef>
                <a:spcPts val="0"/>
              </a:spcBef>
              <a:spcAft>
                <a:spcPts val="0"/>
              </a:spcAft>
              <a:buSzPts val="1400"/>
              <a:buFont typeface="Lexend"/>
              <a:buAutoNum type="alphaLcPeriod"/>
            </a:pPr>
            <a:r>
              <a:rPr lang="en" sz="1400">
                <a:latin typeface="Lexend"/>
                <a:ea typeface="Lexend"/>
                <a:cs typeface="Lexend"/>
                <a:sym typeface="Lexend"/>
              </a:rPr>
              <a:t>Windows: Window → Preferences → Java → Editor → Save Actions</a:t>
            </a:r>
            <a:endParaRPr sz="1400">
              <a:latin typeface="Lexend"/>
              <a:ea typeface="Lexend"/>
              <a:cs typeface="Lexend"/>
              <a:sym typeface="Lexend"/>
            </a:endParaRPr>
          </a:p>
          <a:p>
            <a:pPr indent="-317500" lvl="0" marL="457200" rtl="0" algn="l">
              <a:spcBef>
                <a:spcPts val="0"/>
              </a:spcBef>
              <a:spcAft>
                <a:spcPts val="0"/>
              </a:spcAft>
              <a:buSzPts val="1400"/>
              <a:buFont typeface="Lexend"/>
              <a:buAutoNum type="arabicPeriod"/>
            </a:pPr>
            <a:r>
              <a:rPr lang="en">
                <a:latin typeface="Lexend"/>
                <a:ea typeface="Lexend"/>
                <a:cs typeface="Lexend"/>
                <a:sym typeface="Lexend"/>
              </a:rPr>
              <a:t>Select these save actions</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a:p>
            <a:pPr indent="0" lvl="0" marL="0" rtl="0" algn="l">
              <a:spcBef>
                <a:spcPts val="0"/>
              </a:spcBef>
              <a:spcAft>
                <a:spcPts val="0"/>
              </a:spcAft>
              <a:buSzPts val="1800"/>
              <a:buNone/>
            </a:pPr>
            <a:r>
              <a:t/>
            </a:r>
            <a:endParaRPr>
              <a:latin typeface="Lexend"/>
              <a:ea typeface="Lexend"/>
              <a:cs typeface="Lexend"/>
              <a:sym typeface="Lexend"/>
            </a:endParaRPr>
          </a:p>
        </p:txBody>
      </p:sp>
      <p:pic>
        <p:nvPicPr>
          <p:cNvPr id="395" name="Google Shape;395;p22" title="Screenshot 2025-08-11 at 4.05.09 PM.png"/>
          <p:cNvPicPr preferRelativeResize="0"/>
          <p:nvPr/>
        </p:nvPicPr>
        <p:blipFill>
          <a:blip r:embed="rId3">
            <a:alphaModFix/>
          </a:blip>
          <a:stretch>
            <a:fillRect/>
          </a:stretch>
        </p:blipFill>
        <p:spPr>
          <a:xfrm>
            <a:off x="7633238" y="1036513"/>
            <a:ext cx="1362075" cy="1085850"/>
          </a:xfrm>
          <a:prstGeom prst="rect">
            <a:avLst/>
          </a:prstGeom>
          <a:noFill/>
          <a:ln>
            <a:noFill/>
          </a:ln>
        </p:spPr>
      </p:pic>
      <p:pic>
        <p:nvPicPr>
          <p:cNvPr id="396" name="Google Shape;396;p22" title="Screenshot 2025-08-11 at 4.05.03 PM.png"/>
          <p:cNvPicPr preferRelativeResize="0"/>
          <p:nvPr/>
        </p:nvPicPr>
        <p:blipFill>
          <a:blip r:embed="rId4">
            <a:alphaModFix/>
          </a:blip>
          <a:stretch>
            <a:fillRect/>
          </a:stretch>
        </p:blipFill>
        <p:spPr>
          <a:xfrm>
            <a:off x="859888" y="2187051"/>
            <a:ext cx="4016825" cy="2238275"/>
          </a:xfrm>
          <a:prstGeom prst="rect">
            <a:avLst/>
          </a:prstGeom>
          <a:noFill/>
          <a:ln>
            <a:noFill/>
          </a:ln>
        </p:spPr>
      </p:pic>
      <p:sp>
        <p:nvSpPr>
          <p:cNvPr id="397" name="Google Shape;397;p22"/>
          <p:cNvSpPr/>
          <p:nvPr/>
        </p:nvSpPr>
        <p:spPr>
          <a:xfrm>
            <a:off x="390600" y="4475075"/>
            <a:ext cx="4085400" cy="572700"/>
          </a:xfrm>
          <a:prstGeom prst="wedgeRectCallout">
            <a:avLst>
              <a:gd fmla="val -29973" name="adj1"/>
              <a:gd fmla="val -11537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800"/>
              <a:buFont typeface="Arial"/>
              <a:buNone/>
            </a:pPr>
            <a:r>
              <a:rPr lang="en">
                <a:solidFill>
                  <a:schemeClr val="lt1"/>
                </a:solidFill>
                <a:latin typeface="Lexend"/>
                <a:ea typeface="Lexend"/>
                <a:cs typeface="Lexend"/>
                <a:sym typeface="Lexend"/>
              </a:rPr>
              <a:t>T</a:t>
            </a:r>
            <a:r>
              <a:rPr lang="en">
                <a:solidFill>
                  <a:schemeClr val="lt1"/>
                </a:solidFill>
                <a:latin typeface="Lexend"/>
                <a:ea typeface="Lexend"/>
                <a:cs typeface="Lexend"/>
                <a:sym typeface="Lexend"/>
              </a:rPr>
              <a:t>ype a messy block of code, then click Run — you should see the the correct format.</a:t>
            </a:r>
            <a:endParaRPr>
              <a:solidFill>
                <a:schemeClr val="lt1"/>
              </a:solidFill>
              <a:latin typeface="Lexend"/>
              <a:ea typeface="Lexend"/>
              <a:cs typeface="Lexend"/>
              <a:sym typeface="Lexend"/>
            </a:endParaRPr>
          </a:p>
        </p:txBody>
      </p:sp>
      <p:sp>
        <p:nvSpPr>
          <p:cNvPr id="398" name="Google Shape;398;p22"/>
          <p:cNvSpPr/>
          <p:nvPr/>
        </p:nvSpPr>
        <p:spPr>
          <a:xfrm rot="-1207">
            <a:off x="6947061" y="185030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1</a:t>
            </a:r>
            <a:endParaRPr i="0" sz="1200" u="none" cap="none" strike="noStrike">
              <a:solidFill>
                <a:srgbClr val="000000"/>
              </a:solidFill>
              <a:latin typeface="Lexend"/>
              <a:ea typeface="Lexend"/>
              <a:cs typeface="Lexend"/>
              <a:sym typeface="Lexend"/>
            </a:endParaRPr>
          </a:p>
        </p:txBody>
      </p:sp>
      <p:sp>
        <p:nvSpPr>
          <p:cNvPr id="399" name="Google Shape;399;p22"/>
          <p:cNvSpPr/>
          <p:nvPr/>
        </p:nvSpPr>
        <p:spPr>
          <a:xfrm rot="-1207">
            <a:off x="122086" y="2403451"/>
            <a:ext cx="854700" cy="336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Step 2</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3"/>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Themes, Colors Fonts</a:t>
            </a:r>
            <a:endParaRPr/>
          </a:p>
        </p:txBody>
      </p:sp>
      <p:sp>
        <p:nvSpPr>
          <p:cNvPr id="405" name="Google Shape;405;p23"/>
          <p:cNvSpPr txBox="1"/>
          <p:nvPr>
            <p:ph idx="1" type="body"/>
          </p:nvPr>
        </p:nvSpPr>
        <p:spPr>
          <a:xfrm>
            <a:off x="207300" y="582152"/>
            <a:ext cx="88506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rgbClr val="00FFFF"/>
                </a:solidFill>
                <a:hlinkClick r:id="rId3">
                  <a:extLst>
                    <a:ext uri="{A12FA001-AC4F-418D-AE19-62706E023703}">
                      <ahyp:hlinkClr val="tx"/>
                    </a:ext>
                  </a:extLst>
                </a:hlinkClick>
              </a:rPr>
              <a:t>6 Best Fonts for Coding to Keep Your Eyes from Eyestrain | by plabs.id</a:t>
            </a:r>
            <a:r>
              <a:rPr lang="en">
                <a:solidFill>
                  <a:srgbClr val="00FFFF"/>
                </a:solidFill>
              </a:rPr>
              <a:t> </a:t>
            </a:r>
            <a:endParaRPr>
              <a:solidFill>
                <a:srgbClr val="00FF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want change the defaults go to Settings/Preferences general-&gt; Appearance -&gt; </a:t>
            </a:r>
            <a:endParaRPr/>
          </a:p>
          <a:p>
            <a:pPr indent="-317500" lvl="0" marL="457200" rtl="0" algn="l">
              <a:spcBef>
                <a:spcPts val="0"/>
              </a:spcBef>
              <a:spcAft>
                <a:spcPts val="0"/>
              </a:spcAft>
              <a:buSzPts val="1400"/>
              <a:buChar char="●"/>
            </a:pPr>
            <a:r>
              <a:rPr lang="en"/>
              <a:t>Colors and Fonts:  </a:t>
            </a:r>
            <a:endParaRPr/>
          </a:p>
          <a:p>
            <a:pPr indent="-317500" lvl="0" marL="457200" rtl="0" algn="l">
              <a:spcBef>
                <a:spcPts val="0"/>
              </a:spcBef>
              <a:spcAft>
                <a:spcPts val="0"/>
              </a:spcAft>
              <a:buSzPts val="1400"/>
              <a:buChar char="●"/>
            </a:pPr>
            <a:r>
              <a:rPr lang="en"/>
              <a:t>Color Theme </a:t>
            </a:r>
            <a:endParaRPr/>
          </a:p>
          <a:p>
            <a:pPr indent="0" lvl="0" marL="0" rtl="0" algn="l">
              <a:spcBef>
                <a:spcPts val="0"/>
              </a:spcBef>
              <a:spcAft>
                <a:spcPts val="0"/>
              </a:spcAft>
              <a:buNone/>
            </a:pPr>
            <a:r>
              <a:rPr lang="en"/>
              <a:t>	</a:t>
            </a:r>
            <a:endParaRPr/>
          </a:p>
        </p:txBody>
      </p:sp>
      <p:pic>
        <p:nvPicPr>
          <p:cNvPr id="406" name="Google Shape;406;p23" title="Screenshot 2025-08-11 at 6.49.41 PM.png"/>
          <p:cNvPicPr preferRelativeResize="0"/>
          <p:nvPr/>
        </p:nvPicPr>
        <p:blipFill>
          <a:blip r:embed="rId4">
            <a:alphaModFix/>
          </a:blip>
          <a:stretch>
            <a:fillRect/>
          </a:stretch>
        </p:blipFill>
        <p:spPr>
          <a:xfrm>
            <a:off x="3096875" y="1595100"/>
            <a:ext cx="5734551" cy="3450276"/>
          </a:xfrm>
          <a:prstGeom prst="rect">
            <a:avLst/>
          </a:prstGeom>
          <a:noFill/>
          <a:ln>
            <a:noFill/>
          </a:ln>
        </p:spPr>
      </p:pic>
      <p:sp>
        <p:nvSpPr>
          <p:cNvPr id="407" name="Google Shape;407;p23"/>
          <p:cNvSpPr/>
          <p:nvPr/>
        </p:nvSpPr>
        <p:spPr>
          <a:xfrm>
            <a:off x="735400" y="2926800"/>
            <a:ext cx="3381600" cy="5727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F</a:t>
            </a:r>
            <a:r>
              <a:rPr lang="en">
                <a:solidFill>
                  <a:schemeClr val="lt1"/>
                </a:solidFill>
                <a:latin typeface="Lexend"/>
                <a:ea typeface="Lexend"/>
                <a:cs typeface="Lexend"/>
                <a:sym typeface="Lexend"/>
              </a:rPr>
              <a:t>or example, you can edit the font and size for the text editor</a:t>
            </a:r>
            <a:endParaRPr sz="1200">
              <a:solidFill>
                <a:schemeClr val="lt1"/>
              </a:solidFill>
              <a:latin typeface="Lexend"/>
              <a:ea typeface="Lexend"/>
              <a:cs typeface="Lexend"/>
              <a:sym typeface="Lexend"/>
            </a:endParaRPr>
          </a:p>
        </p:txBody>
      </p:sp>
      <p:sp>
        <p:nvSpPr>
          <p:cNvPr id="408" name="Google Shape;408;p23"/>
          <p:cNvSpPr/>
          <p:nvPr/>
        </p:nvSpPr>
        <p:spPr>
          <a:xfrm>
            <a:off x="7666800" y="1595100"/>
            <a:ext cx="1477200" cy="428100"/>
          </a:xfrm>
          <a:prstGeom prst="downArrow">
            <a:avLst>
              <a:gd fmla="val 50000" name="adj1"/>
              <a:gd fmla="val 48026"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tamaran"/>
                <a:ea typeface="Catamaran"/>
                <a:cs typeface="Catamaran"/>
                <a:sym typeface="Catamaran"/>
              </a:rPr>
              <a:t>Edit</a:t>
            </a:r>
            <a:endParaRPr>
              <a:solidFill>
                <a:schemeClr val="lt1"/>
              </a:solidFill>
              <a:latin typeface="Catamaran"/>
              <a:ea typeface="Catamaran"/>
              <a:cs typeface="Catamaran"/>
              <a:sym typeface="Catamaran"/>
            </a:endParaRPr>
          </a:p>
        </p:txBody>
      </p:sp>
      <p:sp>
        <p:nvSpPr>
          <p:cNvPr id="409" name="Google Shape;409;p23"/>
          <p:cNvSpPr/>
          <p:nvPr/>
        </p:nvSpPr>
        <p:spPr>
          <a:xfrm>
            <a:off x="4035000" y="3672250"/>
            <a:ext cx="1895100" cy="4281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Make changes</a:t>
            </a:r>
            <a:endParaRPr sz="1200">
              <a:solidFill>
                <a:schemeClr val="lt1"/>
              </a:solidFill>
              <a:latin typeface="Lexend"/>
              <a:ea typeface="Lexend"/>
              <a:cs typeface="Lexend"/>
              <a:sym typeface="Lexend"/>
            </a:endParaRPr>
          </a:p>
        </p:txBody>
      </p:sp>
      <p:sp>
        <p:nvSpPr>
          <p:cNvPr id="410" name="Google Shape;410;p23"/>
          <p:cNvSpPr/>
          <p:nvPr/>
        </p:nvSpPr>
        <p:spPr>
          <a:xfrm>
            <a:off x="1673525" y="4590225"/>
            <a:ext cx="5844300" cy="428100"/>
          </a:xfrm>
          <a:prstGeom prst="rightArrowCallout">
            <a:avLst>
              <a:gd fmla="val 25000" name="adj1"/>
              <a:gd fmla="val 25000" name="adj2"/>
              <a:gd fmla="val 25000" name="adj3"/>
              <a:gd fmla="val 90133" name="adj4"/>
            </a:avLst>
          </a:prstGeom>
          <a:solidFill>
            <a:srgbClr val="00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Lexend"/>
                <a:ea typeface="Lexend"/>
                <a:cs typeface="Lexend"/>
                <a:sym typeface="Lexend"/>
              </a:rPr>
              <a:t>Apply and your editor will reopen with changes applied..</a:t>
            </a:r>
            <a:endParaRPr sz="1200">
              <a:solidFill>
                <a:schemeClr val="lt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4"/>
          <p:cNvSpPr txBox="1"/>
          <p:nvPr>
            <p:ph idx="4294967295" type="subTitle"/>
          </p:nvPr>
        </p:nvSpPr>
        <p:spPr>
          <a:xfrm>
            <a:off x="112475" y="572700"/>
            <a:ext cx="8812500" cy="101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300">
                <a:latin typeface="Lexend"/>
                <a:ea typeface="Lexend"/>
                <a:cs typeface="Lexend"/>
                <a:sym typeface="Lexend"/>
              </a:rPr>
              <a:t>Set Breakpoints </a:t>
            </a:r>
            <a:r>
              <a:rPr lang="en" sz="1300">
                <a:latin typeface="Lexend"/>
                <a:ea typeface="Lexend"/>
                <a:cs typeface="Lexend"/>
                <a:sym typeface="Lexend"/>
              </a:rPr>
              <a:t>to step through each statement and see what is stored in each variables memory</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To set a breakpoint, double click directly to the left of the line numbers </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A blue circle will appear next to the line, indicating that a breakpoint has been set</a:t>
            </a:r>
            <a:endParaRPr sz="1300">
              <a:latin typeface="Lexend"/>
              <a:ea typeface="Lexend"/>
              <a:cs typeface="Lexend"/>
              <a:sym typeface="Lexend"/>
            </a:endParaRPr>
          </a:p>
          <a:p>
            <a:pPr indent="-311150" lvl="1" marL="914400" rtl="0" algn="l">
              <a:lnSpc>
                <a:spcPct val="100000"/>
              </a:lnSpc>
              <a:spcBef>
                <a:spcPts val="0"/>
              </a:spcBef>
              <a:spcAft>
                <a:spcPts val="0"/>
              </a:spcAft>
              <a:buSzPts val="1300"/>
              <a:buFont typeface="Lexend"/>
              <a:buAutoNum type="alphaLcPeriod"/>
            </a:pPr>
            <a:r>
              <a:rPr lang="en" sz="1300">
                <a:latin typeface="Lexend"/>
                <a:ea typeface="Lexend"/>
                <a:cs typeface="Lexend"/>
                <a:sym typeface="Lexend"/>
              </a:rPr>
              <a:t>To get rid of the breakpoint, double-click on it and the blue dot will disappear</a:t>
            </a:r>
            <a:endParaRPr sz="1300">
              <a:latin typeface="Lexend"/>
              <a:ea typeface="Lexend"/>
              <a:cs typeface="Lexend"/>
              <a:sym typeface="Lexend"/>
            </a:endParaRPr>
          </a:p>
        </p:txBody>
      </p:sp>
      <p:pic>
        <p:nvPicPr>
          <p:cNvPr id="416" name="Google Shape;416;p24"/>
          <p:cNvPicPr preferRelativeResize="0"/>
          <p:nvPr/>
        </p:nvPicPr>
        <p:blipFill rotWithShape="1">
          <a:blip r:embed="rId3">
            <a:alphaModFix/>
          </a:blip>
          <a:srcRect b="49673" l="24247" r="26390" t="0"/>
          <a:stretch/>
        </p:blipFill>
        <p:spPr>
          <a:xfrm>
            <a:off x="3052425" y="1589450"/>
            <a:ext cx="5926477" cy="3439750"/>
          </a:xfrm>
          <a:prstGeom prst="rect">
            <a:avLst/>
          </a:prstGeom>
          <a:noFill/>
          <a:ln>
            <a:noFill/>
          </a:ln>
        </p:spPr>
      </p:pic>
      <p:sp>
        <p:nvSpPr>
          <p:cNvPr id="417" name="Google Shape;417;p24"/>
          <p:cNvSpPr/>
          <p:nvPr/>
        </p:nvSpPr>
        <p:spPr>
          <a:xfrm rot="-1393">
            <a:off x="992225" y="3591975"/>
            <a:ext cx="1480500" cy="4434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Breakpoint</a:t>
            </a:r>
            <a:endParaRPr i="0" sz="1200" u="none" cap="none" strike="noStrike">
              <a:solidFill>
                <a:srgbClr val="000000"/>
              </a:solidFill>
              <a:latin typeface="Lexend"/>
              <a:ea typeface="Lexend"/>
              <a:cs typeface="Lexend"/>
              <a:sym typeface="Lexend"/>
            </a:endParaRPr>
          </a:p>
        </p:txBody>
      </p:sp>
      <p:pic>
        <p:nvPicPr>
          <p:cNvPr id="418" name="Google Shape;418;p24" title="Screenshot 2025-08-11 at 11.40.21 AM.png"/>
          <p:cNvPicPr preferRelativeResize="0"/>
          <p:nvPr/>
        </p:nvPicPr>
        <p:blipFill>
          <a:blip r:embed="rId4">
            <a:alphaModFix/>
          </a:blip>
          <a:stretch>
            <a:fillRect/>
          </a:stretch>
        </p:blipFill>
        <p:spPr>
          <a:xfrm>
            <a:off x="2515875" y="3664188"/>
            <a:ext cx="581025" cy="371475"/>
          </a:xfrm>
          <a:prstGeom prst="rect">
            <a:avLst/>
          </a:prstGeom>
          <a:noFill/>
          <a:ln>
            <a:noFill/>
          </a:ln>
        </p:spPr>
      </p:pic>
      <p:sp>
        <p:nvSpPr>
          <p:cNvPr id="419" name="Google Shape;419;p24"/>
          <p:cNvSpPr/>
          <p:nvPr/>
        </p:nvSpPr>
        <p:spPr>
          <a:xfrm rot="-1393">
            <a:off x="1571925" y="4344725"/>
            <a:ext cx="1480500" cy="4434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Breakpoint</a:t>
            </a:r>
            <a:endParaRPr i="0" sz="1200" u="none" cap="none" strike="noStrike">
              <a:solidFill>
                <a:srgbClr val="000000"/>
              </a:solidFill>
              <a:latin typeface="Lexend"/>
              <a:ea typeface="Lexend"/>
              <a:cs typeface="Lexend"/>
              <a:sym typeface="Lexend"/>
            </a:endParaRPr>
          </a:p>
        </p:txBody>
      </p:sp>
      <p:sp>
        <p:nvSpPr>
          <p:cNvPr id="420" name="Google Shape;420;p24"/>
          <p:cNvSpPr txBox="1"/>
          <p:nvPr>
            <p:ph type="title"/>
          </p:nvPr>
        </p:nvSpPr>
        <p:spPr>
          <a:xfrm>
            <a:off x="112475"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 Set Breakpoints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5"/>
          <p:cNvSpPr txBox="1"/>
          <p:nvPr>
            <p:ph idx="4294967295" type="subTitle"/>
          </p:nvPr>
        </p:nvSpPr>
        <p:spPr>
          <a:xfrm>
            <a:off x="114275" y="572700"/>
            <a:ext cx="9031500" cy="129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300">
                <a:latin typeface="Lexend"/>
                <a:ea typeface="Lexend"/>
                <a:cs typeface="Lexend"/>
                <a:sym typeface="Lexend"/>
              </a:rPr>
              <a:t>To start a debugging session click the debug icon (a green bug) in the toolbar before the run button. You should see the variables window (Debug Perspective). If you don’t this could be because </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Char char="●"/>
            </a:pPr>
            <a:r>
              <a:rPr lang="en" sz="1300">
                <a:latin typeface="Lexend"/>
                <a:ea typeface="Lexend"/>
                <a:cs typeface="Lexend"/>
                <a:sym typeface="Lexend"/>
              </a:rPr>
              <a:t>You didn’t create your code in a project</a:t>
            </a:r>
            <a:endParaRPr sz="1300">
              <a:latin typeface="Lexend"/>
              <a:ea typeface="Lexend"/>
              <a:cs typeface="Lexend"/>
              <a:sym typeface="Lexend"/>
            </a:endParaRPr>
          </a:p>
          <a:p>
            <a:pPr indent="-311150" lvl="0" marL="457200" rtl="0" algn="l">
              <a:lnSpc>
                <a:spcPct val="115000"/>
              </a:lnSpc>
              <a:spcBef>
                <a:spcPts val="0"/>
              </a:spcBef>
              <a:spcAft>
                <a:spcPts val="0"/>
              </a:spcAft>
              <a:buSzPts val="1300"/>
              <a:buFont typeface="Lexend"/>
              <a:buChar char="●"/>
            </a:pPr>
            <a:r>
              <a:rPr lang="en" sz="1300">
                <a:latin typeface="Lexend"/>
                <a:ea typeface="Lexend"/>
                <a:cs typeface="Lexend"/>
                <a:sym typeface="Lexend"/>
              </a:rPr>
              <a:t>The java code has syntax errors</a:t>
            </a:r>
            <a:endParaRPr sz="1300">
              <a:latin typeface="Lexend"/>
              <a:ea typeface="Lexend"/>
              <a:cs typeface="Lexend"/>
              <a:sym typeface="Lexend"/>
            </a:endParaRPr>
          </a:p>
          <a:p>
            <a:pPr indent="0" lvl="0" marL="457200" rtl="0" algn="l">
              <a:lnSpc>
                <a:spcPct val="115000"/>
              </a:lnSpc>
              <a:spcBef>
                <a:spcPts val="0"/>
              </a:spcBef>
              <a:spcAft>
                <a:spcPts val="0"/>
              </a:spcAft>
              <a:buNone/>
            </a:pPr>
            <a:r>
              <a:t/>
            </a:r>
            <a:endParaRPr sz="1300">
              <a:latin typeface="Lexend"/>
              <a:ea typeface="Lexend"/>
              <a:cs typeface="Lexend"/>
              <a:sym typeface="Lexend"/>
            </a:endParaRPr>
          </a:p>
          <a:p>
            <a:pPr indent="0" lvl="0" marL="0" rtl="0" algn="l">
              <a:lnSpc>
                <a:spcPct val="115000"/>
              </a:lnSpc>
              <a:spcBef>
                <a:spcPts val="0"/>
              </a:spcBef>
              <a:spcAft>
                <a:spcPts val="0"/>
              </a:spcAft>
              <a:buNone/>
            </a:pPr>
            <a:r>
              <a:t/>
            </a:r>
            <a:endParaRPr sz="1300">
              <a:latin typeface="Lexend"/>
              <a:ea typeface="Lexend"/>
              <a:cs typeface="Lexend"/>
              <a:sym typeface="Lexend"/>
            </a:endParaRPr>
          </a:p>
        </p:txBody>
      </p:sp>
      <p:pic>
        <p:nvPicPr>
          <p:cNvPr id="426" name="Google Shape;426;p25"/>
          <p:cNvPicPr preferRelativeResize="0"/>
          <p:nvPr/>
        </p:nvPicPr>
        <p:blipFill rotWithShape="1">
          <a:blip r:embed="rId3">
            <a:alphaModFix/>
          </a:blip>
          <a:srcRect b="0" l="0" r="6498" t="0"/>
          <a:stretch/>
        </p:blipFill>
        <p:spPr>
          <a:xfrm>
            <a:off x="3324712" y="1628688"/>
            <a:ext cx="5713874" cy="3479376"/>
          </a:xfrm>
          <a:prstGeom prst="rect">
            <a:avLst/>
          </a:prstGeom>
          <a:noFill/>
          <a:ln>
            <a:noFill/>
          </a:ln>
        </p:spPr>
      </p:pic>
      <p:sp>
        <p:nvSpPr>
          <p:cNvPr id="427" name="Google Shape;427;p25"/>
          <p:cNvSpPr txBox="1"/>
          <p:nvPr>
            <p:ph idx="4294967295" type="subTitle"/>
          </p:nvPr>
        </p:nvSpPr>
        <p:spPr>
          <a:xfrm>
            <a:off x="5753700" y="3547150"/>
            <a:ext cx="855900" cy="3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100"/>
              <a:t>Console output</a:t>
            </a:r>
            <a:endParaRPr sz="1100"/>
          </a:p>
          <a:p>
            <a:pPr indent="0" lvl="0" marL="0" rtl="0" algn="l">
              <a:lnSpc>
                <a:spcPct val="115000"/>
              </a:lnSpc>
              <a:spcBef>
                <a:spcPts val="0"/>
              </a:spcBef>
              <a:spcAft>
                <a:spcPts val="0"/>
              </a:spcAft>
              <a:buSzPts val="1400"/>
              <a:buNone/>
            </a:pPr>
            <a:r>
              <a:t/>
            </a:r>
            <a:endParaRPr sz="1100"/>
          </a:p>
        </p:txBody>
      </p:sp>
      <p:sp>
        <p:nvSpPr>
          <p:cNvPr id="428" name="Google Shape;428;p25"/>
          <p:cNvSpPr/>
          <p:nvPr/>
        </p:nvSpPr>
        <p:spPr>
          <a:xfrm rot="-881">
            <a:off x="2096550" y="2096014"/>
            <a:ext cx="1170900" cy="7227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Debug window</a:t>
            </a:r>
            <a:endParaRPr i="0" sz="1200" u="none" cap="none" strike="noStrike">
              <a:solidFill>
                <a:srgbClr val="000000"/>
              </a:solidFill>
              <a:latin typeface="Lexend"/>
              <a:ea typeface="Lexend"/>
              <a:cs typeface="Lexend"/>
              <a:sym typeface="Lexend"/>
            </a:endParaRPr>
          </a:p>
        </p:txBody>
      </p:sp>
      <p:sp>
        <p:nvSpPr>
          <p:cNvPr id="429" name="Google Shape;429;p25"/>
          <p:cNvSpPr/>
          <p:nvPr/>
        </p:nvSpPr>
        <p:spPr>
          <a:xfrm>
            <a:off x="7334650" y="1168825"/>
            <a:ext cx="1391100" cy="647100"/>
          </a:xfrm>
          <a:prstGeom prst="down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tamaran"/>
                <a:ea typeface="Catamaran"/>
                <a:cs typeface="Catamaran"/>
                <a:sym typeface="Catamaran"/>
              </a:rPr>
              <a:t>Variables window</a:t>
            </a:r>
            <a:endParaRPr>
              <a:latin typeface="Catamaran"/>
              <a:ea typeface="Catamaran"/>
              <a:cs typeface="Catamaran"/>
              <a:sym typeface="Catamaran"/>
            </a:endParaRPr>
          </a:p>
        </p:txBody>
      </p:sp>
      <p:pic>
        <p:nvPicPr>
          <p:cNvPr id="430" name="Google Shape;430;p25" title="Screenshot 2025-08-11 at 11.16.19 AM.png"/>
          <p:cNvPicPr preferRelativeResize="0"/>
          <p:nvPr/>
        </p:nvPicPr>
        <p:blipFill>
          <a:blip r:embed="rId4">
            <a:alphaModFix/>
          </a:blip>
          <a:stretch>
            <a:fillRect/>
          </a:stretch>
        </p:blipFill>
        <p:spPr>
          <a:xfrm>
            <a:off x="5166048" y="1309075"/>
            <a:ext cx="458250" cy="366600"/>
          </a:xfrm>
          <a:prstGeom prst="rect">
            <a:avLst/>
          </a:prstGeom>
          <a:noFill/>
          <a:ln>
            <a:noFill/>
          </a:ln>
        </p:spPr>
      </p:pic>
      <p:sp>
        <p:nvSpPr>
          <p:cNvPr id="431" name="Google Shape;431;p25"/>
          <p:cNvSpPr/>
          <p:nvPr/>
        </p:nvSpPr>
        <p:spPr>
          <a:xfrm>
            <a:off x="4829413" y="1492375"/>
            <a:ext cx="291300" cy="2373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Catamaran"/>
              <a:ea typeface="Catamaran"/>
              <a:cs typeface="Catamaran"/>
              <a:sym typeface="Catamaran"/>
            </a:endParaRPr>
          </a:p>
        </p:txBody>
      </p:sp>
      <p:pic>
        <p:nvPicPr>
          <p:cNvPr id="432" name="Google Shape;432;p25" title="Screenshot 2025-08-11 at 11.29.48 AM.png"/>
          <p:cNvPicPr preferRelativeResize="0"/>
          <p:nvPr/>
        </p:nvPicPr>
        <p:blipFill rotWithShape="1">
          <a:blip r:embed="rId5">
            <a:alphaModFix/>
          </a:blip>
          <a:srcRect b="0" l="0" r="0" t="74738"/>
          <a:stretch/>
        </p:blipFill>
        <p:spPr>
          <a:xfrm>
            <a:off x="112475" y="3582100"/>
            <a:ext cx="2164600" cy="1299350"/>
          </a:xfrm>
          <a:prstGeom prst="rect">
            <a:avLst/>
          </a:prstGeom>
          <a:noFill/>
          <a:ln>
            <a:noFill/>
          </a:ln>
        </p:spPr>
      </p:pic>
      <p:pic>
        <p:nvPicPr>
          <p:cNvPr id="433" name="Google Shape;433;p25" title="Screenshot 2025-08-11 at 11.29.48 AM.png"/>
          <p:cNvPicPr preferRelativeResize="0"/>
          <p:nvPr/>
        </p:nvPicPr>
        <p:blipFill rotWithShape="1">
          <a:blip r:embed="rId5">
            <a:alphaModFix/>
          </a:blip>
          <a:srcRect b="87337" l="0" r="0" t="0"/>
          <a:stretch/>
        </p:blipFill>
        <p:spPr>
          <a:xfrm>
            <a:off x="112475" y="2930788"/>
            <a:ext cx="2164600" cy="651300"/>
          </a:xfrm>
          <a:prstGeom prst="rect">
            <a:avLst/>
          </a:prstGeom>
          <a:noFill/>
          <a:ln>
            <a:noFill/>
          </a:ln>
        </p:spPr>
      </p:pic>
      <p:sp>
        <p:nvSpPr>
          <p:cNvPr id="434" name="Google Shape;434;p25"/>
          <p:cNvSpPr txBox="1"/>
          <p:nvPr>
            <p:ph type="title"/>
          </p:nvPr>
        </p:nvSpPr>
        <p:spPr>
          <a:xfrm>
            <a:off x="112475"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Start Debugging Session</a:t>
            </a:r>
            <a:endParaRPr/>
          </a:p>
        </p:txBody>
      </p:sp>
      <p:sp>
        <p:nvSpPr>
          <p:cNvPr id="435" name="Google Shape;435;p25"/>
          <p:cNvSpPr/>
          <p:nvPr/>
        </p:nvSpPr>
        <p:spPr>
          <a:xfrm>
            <a:off x="2719475" y="3285488"/>
            <a:ext cx="4862700" cy="888900"/>
          </a:xfrm>
          <a:prstGeom prst="wedgeRectCallout">
            <a:avLst>
              <a:gd fmla="val -94350" name="adj1"/>
              <a:gd fmla="val -60059"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latin typeface="Lexend"/>
                <a:ea typeface="Lexend"/>
                <a:cs typeface="Lexend"/>
                <a:sym typeface="Lexend"/>
              </a:rPr>
              <a:t>If the program didn’t stop you may not have set breakpoints or it is skipping breakpoints. Make sure Skip All Breakpoints is not turned on in Run menu. </a:t>
            </a:r>
            <a:endParaRPr>
              <a:solidFill>
                <a:schemeClr val="lt2"/>
              </a:solidFill>
              <a:latin typeface="Lexend"/>
              <a:ea typeface="Lexend"/>
              <a:cs typeface="Lexend"/>
              <a:sym typeface="Lexend"/>
            </a:endParaRPr>
          </a:p>
        </p:txBody>
      </p:sp>
      <p:sp>
        <p:nvSpPr>
          <p:cNvPr id="436" name="Google Shape;436;p25"/>
          <p:cNvSpPr/>
          <p:nvPr/>
        </p:nvSpPr>
        <p:spPr>
          <a:xfrm>
            <a:off x="1368025" y="4641025"/>
            <a:ext cx="3461400" cy="366600"/>
          </a:xfrm>
          <a:prstGeom prst="leftArrowCallout">
            <a:avLst>
              <a:gd fmla="val 25000" name="adj1"/>
              <a:gd fmla="val 25000" name="adj2"/>
              <a:gd fmla="val 25000" name="adj3"/>
              <a:gd fmla="val 82614"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Lexend"/>
                <a:ea typeface="Lexend"/>
                <a:cs typeface="Lexend"/>
                <a:sym typeface="Lexend"/>
              </a:rPr>
              <a:t>Do not select Skip All Breakpoints</a:t>
            </a:r>
            <a:endParaRPr>
              <a:latin typeface="Catamaran"/>
              <a:ea typeface="Catamaran"/>
              <a:cs typeface="Catamaran"/>
              <a:sym typeface="Catamar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6"/>
          <p:cNvSpPr txBox="1"/>
          <p:nvPr>
            <p:ph idx="4294967295" type="subTitle"/>
          </p:nvPr>
        </p:nvSpPr>
        <p:spPr>
          <a:xfrm>
            <a:off x="136200" y="748350"/>
            <a:ext cx="8815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Lexend"/>
                <a:ea typeface="Lexend"/>
                <a:cs typeface="Lexend"/>
                <a:sym typeface="Lexend"/>
              </a:rPr>
              <a:t>U</a:t>
            </a:r>
            <a:r>
              <a:rPr lang="en">
                <a:latin typeface="Lexend"/>
                <a:ea typeface="Lexend"/>
                <a:cs typeface="Lexend"/>
                <a:sym typeface="Lexend"/>
              </a:rPr>
              <a:t>se the “step over” button to control the flow of the program and move through each line manually. </a:t>
            </a:r>
            <a:endParaRPr>
              <a:latin typeface="Lexend"/>
              <a:ea typeface="Lexend"/>
              <a:cs typeface="Lexend"/>
              <a:sym typeface="Lexend"/>
            </a:endParaRPr>
          </a:p>
          <a:p>
            <a:pPr indent="0" lvl="0" marL="0" rtl="0" algn="l">
              <a:lnSpc>
                <a:spcPct val="115000"/>
              </a:lnSpc>
              <a:spcBef>
                <a:spcPts val="0"/>
              </a:spcBef>
              <a:spcAft>
                <a:spcPts val="0"/>
              </a:spcAft>
              <a:buNone/>
            </a:pPr>
            <a:r>
              <a:t/>
            </a:r>
            <a:endParaRPr>
              <a:latin typeface="Lexend"/>
              <a:ea typeface="Lexend"/>
              <a:cs typeface="Lexend"/>
              <a:sym typeface="Lexend"/>
            </a:endParaRPr>
          </a:p>
        </p:txBody>
      </p:sp>
      <p:pic>
        <p:nvPicPr>
          <p:cNvPr id="442" name="Google Shape;442;p26"/>
          <p:cNvPicPr preferRelativeResize="0"/>
          <p:nvPr/>
        </p:nvPicPr>
        <p:blipFill rotWithShape="1">
          <a:blip r:embed="rId3">
            <a:alphaModFix/>
          </a:blip>
          <a:srcRect b="0" l="0" r="0" t="0"/>
          <a:stretch/>
        </p:blipFill>
        <p:spPr>
          <a:xfrm>
            <a:off x="2374350" y="1327594"/>
            <a:ext cx="6577623" cy="3744880"/>
          </a:xfrm>
          <a:prstGeom prst="rect">
            <a:avLst/>
          </a:prstGeom>
          <a:noFill/>
          <a:ln>
            <a:noFill/>
          </a:ln>
        </p:spPr>
      </p:pic>
      <p:pic>
        <p:nvPicPr>
          <p:cNvPr id="443" name="Google Shape;443;p26" title="Screenshot 2025-08-11 at 11.17.26 AM.png"/>
          <p:cNvPicPr preferRelativeResize="0"/>
          <p:nvPr/>
        </p:nvPicPr>
        <p:blipFill>
          <a:blip r:embed="rId4">
            <a:alphaModFix/>
          </a:blip>
          <a:stretch>
            <a:fillRect/>
          </a:stretch>
        </p:blipFill>
        <p:spPr>
          <a:xfrm>
            <a:off x="213200" y="1327600"/>
            <a:ext cx="2019300" cy="552450"/>
          </a:xfrm>
          <a:prstGeom prst="rect">
            <a:avLst/>
          </a:prstGeom>
          <a:noFill/>
          <a:ln>
            <a:noFill/>
          </a:ln>
        </p:spPr>
      </p:pic>
      <p:sp>
        <p:nvSpPr>
          <p:cNvPr id="444" name="Google Shape;444;p26"/>
          <p:cNvSpPr/>
          <p:nvPr/>
        </p:nvSpPr>
        <p:spPr>
          <a:xfrm>
            <a:off x="5943575" y="3046975"/>
            <a:ext cx="3008400" cy="1658700"/>
          </a:xfrm>
          <a:prstGeom prst="upArrowCallout">
            <a:avLst>
              <a:gd fmla="val 25000" name="adj1"/>
              <a:gd fmla="val 25000" name="adj2"/>
              <a:gd fmla="val 25000" name="adj3"/>
              <a:gd fmla="val 649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E0E0E"/>
                </a:solidFill>
                <a:latin typeface="Lexend"/>
                <a:ea typeface="Lexend"/>
                <a:cs typeface="Lexend"/>
                <a:sym typeface="Lexend"/>
              </a:rPr>
              <a:t>Variables window - use this to track variable values and how they do or don’t update when a line of code executes</a:t>
            </a:r>
            <a:endParaRPr sz="1200">
              <a:solidFill>
                <a:srgbClr val="0E0E0E"/>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Catamaran"/>
              <a:ea typeface="Catamaran"/>
              <a:cs typeface="Catamaran"/>
              <a:sym typeface="Catamaran"/>
            </a:endParaRPr>
          </a:p>
        </p:txBody>
      </p:sp>
      <p:sp>
        <p:nvSpPr>
          <p:cNvPr id="445" name="Google Shape;445;p26"/>
          <p:cNvSpPr/>
          <p:nvPr/>
        </p:nvSpPr>
        <p:spPr>
          <a:xfrm>
            <a:off x="85600" y="4134375"/>
            <a:ext cx="3971100" cy="938100"/>
          </a:xfrm>
          <a:prstGeom prst="rightArrowCallout">
            <a:avLst>
              <a:gd fmla="val 25000" name="adj1"/>
              <a:gd fmla="val 25000" name="adj2"/>
              <a:gd fmla="val 25000" name="adj3"/>
              <a:gd fmla="val 87777"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Lexend"/>
                <a:ea typeface="Lexend"/>
                <a:cs typeface="Lexend"/>
                <a:sym typeface="Lexend"/>
              </a:rPr>
              <a:t>Console output - it’s important to track what is being printed to the console including print statements and error messages</a:t>
            </a:r>
            <a:endParaRPr sz="1200">
              <a:solidFill>
                <a:schemeClr val="lt1"/>
              </a:solidFill>
              <a:latin typeface="Catamaran"/>
              <a:ea typeface="Catamaran"/>
              <a:cs typeface="Catamaran"/>
              <a:sym typeface="Catamaran"/>
            </a:endParaRPr>
          </a:p>
        </p:txBody>
      </p:sp>
      <p:sp>
        <p:nvSpPr>
          <p:cNvPr id="446" name="Google Shape;446;p26"/>
          <p:cNvSpPr/>
          <p:nvPr/>
        </p:nvSpPr>
        <p:spPr>
          <a:xfrm>
            <a:off x="840425" y="2344847"/>
            <a:ext cx="3116400" cy="572700"/>
          </a:xfrm>
          <a:prstGeom prst="rightArrowCallout">
            <a:avLst>
              <a:gd fmla="val 25000" name="adj1"/>
              <a:gd fmla="val 25000" name="adj2"/>
              <a:gd fmla="val 25000" name="adj3"/>
              <a:gd fmla="val 83296" name="adj4"/>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Lexend"/>
                <a:ea typeface="Lexend"/>
                <a:cs typeface="Lexend"/>
                <a:sym typeface="Lexend"/>
              </a:rPr>
              <a:t>The pointer tells us which line is to be executed next in the code</a:t>
            </a:r>
            <a:endParaRPr sz="1200">
              <a:solidFill>
                <a:schemeClr val="lt1"/>
              </a:solidFill>
              <a:latin typeface="Catamaran"/>
              <a:ea typeface="Catamaran"/>
              <a:cs typeface="Catamaran"/>
              <a:sym typeface="Catamaran"/>
            </a:endParaRPr>
          </a:p>
        </p:txBody>
      </p:sp>
      <p:sp>
        <p:nvSpPr>
          <p:cNvPr id="447" name="Google Shape;447;p26"/>
          <p:cNvSpPr txBox="1"/>
          <p:nvPr>
            <p:ph type="title"/>
          </p:nvPr>
        </p:nvSpPr>
        <p:spPr>
          <a:xfrm>
            <a:off x="213200" y="132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Debug: Step Through Code</a:t>
            </a:r>
            <a:endParaRPr/>
          </a:p>
        </p:txBody>
      </p:sp>
      <p:sp>
        <p:nvSpPr>
          <p:cNvPr id="448" name="Google Shape;448;p26"/>
          <p:cNvSpPr/>
          <p:nvPr/>
        </p:nvSpPr>
        <p:spPr>
          <a:xfrm>
            <a:off x="3110500" y="1114975"/>
            <a:ext cx="946200" cy="2697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449" name="Google Shape;449;p26"/>
          <p:cNvSpPr/>
          <p:nvPr/>
        </p:nvSpPr>
        <p:spPr>
          <a:xfrm>
            <a:off x="185075" y="1004275"/>
            <a:ext cx="1099800" cy="354600"/>
          </a:xfrm>
          <a:prstGeom prst="right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200">
                <a:latin typeface="Lexend"/>
                <a:ea typeface="Lexend"/>
                <a:cs typeface="Lexend"/>
                <a:sym typeface="Lexend"/>
              </a:rPr>
              <a:t>Menus</a:t>
            </a:r>
            <a:endParaRPr i="0" sz="1200" u="none" cap="none" strike="noStrike">
              <a:solidFill>
                <a:srgbClr val="00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27" title="Screenshot 2025-10-03 at 2.45.05 PM.png"/>
          <p:cNvPicPr preferRelativeResize="0"/>
          <p:nvPr/>
        </p:nvPicPr>
        <p:blipFill>
          <a:blip r:embed="rId3">
            <a:alphaModFix/>
          </a:blip>
          <a:stretch>
            <a:fillRect/>
          </a:stretch>
        </p:blipFill>
        <p:spPr>
          <a:xfrm>
            <a:off x="213200" y="1123899"/>
            <a:ext cx="4314925" cy="1959350"/>
          </a:xfrm>
          <a:prstGeom prst="rect">
            <a:avLst/>
          </a:prstGeom>
          <a:noFill/>
          <a:ln>
            <a:noFill/>
          </a:ln>
        </p:spPr>
      </p:pic>
      <p:sp>
        <p:nvSpPr>
          <p:cNvPr id="455" name="Google Shape;455;p27"/>
          <p:cNvSpPr txBox="1"/>
          <p:nvPr>
            <p:ph idx="4294967295" type="subTitle"/>
          </p:nvPr>
        </p:nvSpPr>
        <p:spPr>
          <a:xfrm>
            <a:off x="136200" y="748350"/>
            <a:ext cx="8815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Right Click inside a method and select Source -&gt; Generate element comment</a:t>
            </a:r>
            <a:endParaRPr>
              <a:latin typeface="Lexend"/>
              <a:ea typeface="Lexend"/>
              <a:cs typeface="Lexend"/>
              <a:sym typeface="Lexend"/>
            </a:endParaRPr>
          </a:p>
          <a:p>
            <a:pPr indent="0" lvl="0" marL="0" rtl="0" algn="l">
              <a:lnSpc>
                <a:spcPct val="115000"/>
              </a:lnSpc>
              <a:spcBef>
                <a:spcPts val="0"/>
              </a:spcBef>
              <a:spcAft>
                <a:spcPts val="0"/>
              </a:spcAft>
              <a:buNone/>
            </a:pPr>
            <a:r>
              <a:t/>
            </a:r>
            <a:endParaRPr>
              <a:latin typeface="Lexend"/>
              <a:ea typeface="Lexend"/>
              <a:cs typeface="Lexend"/>
              <a:sym typeface="Lexend"/>
            </a:endParaRPr>
          </a:p>
        </p:txBody>
      </p:sp>
      <p:sp>
        <p:nvSpPr>
          <p:cNvPr id="456" name="Google Shape;456;p27"/>
          <p:cNvSpPr txBox="1"/>
          <p:nvPr>
            <p:ph type="title"/>
          </p:nvPr>
        </p:nvSpPr>
        <p:spPr>
          <a:xfrm>
            <a:off x="213200" y="1323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Generate Comments</a:t>
            </a:r>
            <a:endParaRPr/>
          </a:p>
        </p:txBody>
      </p:sp>
      <p:sp>
        <p:nvSpPr>
          <p:cNvPr id="457" name="Google Shape;457;p27"/>
          <p:cNvSpPr/>
          <p:nvPr/>
        </p:nvSpPr>
        <p:spPr>
          <a:xfrm>
            <a:off x="2800175" y="2379500"/>
            <a:ext cx="946200" cy="269700"/>
          </a:xfrm>
          <a:prstGeom prst="downArrow">
            <a:avLst>
              <a:gd fmla="val 50000" name="adj1"/>
              <a:gd fmla="val 50000" name="adj2"/>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458" name="Google Shape;458;p27"/>
          <p:cNvSpPr txBox="1"/>
          <p:nvPr/>
        </p:nvSpPr>
        <p:spPr>
          <a:xfrm>
            <a:off x="4996100" y="628400"/>
            <a:ext cx="3000000" cy="44175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 sz="2200">
                <a:solidFill>
                  <a:srgbClr val="3F5FBF"/>
                </a:solidFill>
                <a:highlight>
                  <a:srgbClr val="FFFFFF"/>
                </a:highlight>
              </a:rPr>
              <a:t>/**</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 </a:t>
            </a:r>
            <a:r>
              <a:rPr b="1" lang="en" sz="2200">
                <a:solidFill>
                  <a:srgbClr val="7F9FBF"/>
                </a:solidFill>
                <a:highlight>
                  <a:srgbClr val="FFFFFF"/>
                </a:highlight>
              </a:rPr>
              <a:t>@param</a:t>
            </a:r>
            <a:r>
              <a:rPr lang="en" sz="2200">
                <a:solidFill>
                  <a:srgbClr val="3F5FBF"/>
                </a:solidFill>
                <a:highlight>
                  <a:srgbClr val="FFFFFF"/>
                </a:highlight>
              </a:rPr>
              <a:t> finalGrade</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 </a:t>
            </a:r>
            <a:r>
              <a:rPr b="1" lang="en" sz="2200">
                <a:solidFill>
                  <a:srgbClr val="7F9FBF"/>
                </a:solidFill>
                <a:highlight>
                  <a:srgbClr val="FFFFFF"/>
                </a:highlight>
              </a:rPr>
              <a:t>@return</a:t>
            </a:r>
            <a:endParaRPr b="1" sz="2200">
              <a:solidFill>
                <a:srgbClr val="7F9FBF"/>
              </a:solidFill>
              <a:highlight>
                <a:srgbClr val="FFFFFF"/>
              </a:highlight>
            </a:endParaRPr>
          </a:p>
          <a:p>
            <a:pPr indent="0" lvl="0" marL="25400" rtl="0" algn="l">
              <a:lnSpc>
                <a:spcPct val="115000"/>
              </a:lnSpc>
              <a:spcBef>
                <a:spcPts val="0"/>
              </a:spcBef>
              <a:spcAft>
                <a:spcPts val="0"/>
              </a:spcAft>
              <a:buNone/>
            </a:pPr>
            <a:r>
              <a:rPr lang="en" sz="2200">
                <a:solidFill>
                  <a:srgbClr val="3F5FBF"/>
                </a:solidFill>
                <a:highlight>
                  <a:srgbClr val="FFFFFF"/>
                </a:highlight>
              </a:rPr>
              <a:t>	 */</a:t>
            </a:r>
            <a:endParaRPr sz="2200">
              <a:solidFill>
                <a:srgbClr val="3F5FBF"/>
              </a:solidFill>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r>
              <a:rPr b="1" lang="en" sz="2200">
                <a:solidFill>
                  <a:srgbClr val="7F0055"/>
                </a:solidFill>
                <a:highlight>
                  <a:srgbClr val="FFFFFF"/>
                </a:highlight>
              </a:rPr>
              <a:t>public</a:t>
            </a:r>
            <a:r>
              <a:rPr lang="en" sz="2200">
                <a:highlight>
                  <a:srgbClr val="FFFFFF"/>
                </a:highlight>
              </a:rPr>
              <a:t> </a:t>
            </a:r>
            <a:r>
              <a:rPr b="1" lang="en" sz="2200">
                <a:solidFill>
                  <a:srgbClr val="7F0055"/>
                </a:solidFill>
                <a:highlight>
                  <a:srgbClr val="FFFFFF"/>
                </a:highlight>
              </a:rPr>
              <a:t>static</a:t>
            </a:r>
            <a:r>
              <a:rPr lang="en" sz="2200">
                <a:highlight>
                  <a:srgbClr val="FFFFFF"/>
                </a:highlight>
              </a:rPr>
              <a:t> </a:t>
            </a:r>
            <a:r>
              <a:rPr b="1" lang="en" sz="2200">
                <a:solidFill>
                  <a:srgbClr val="7F0055"/>
                </a:solidFill>
                <a:highlight>
                  <a:srgbClr val="FFFFFF"/>
                </a:highlight>
              </a:rPr>
              <a:t>char</a:t>
            </a:r>
            <a:r>
              <a:rPr lang="en" sz="2200">
                <a:highlight>
                  <a:srgbClr val="FFFFFF"/>
                </a:highlight>
              </a:rPr>
              <a:t> getLetterGrade(</a:t>
            </a:r>
            <a:r>
              <a:rPr b="1" lang="en" sz="2200">
                <a:solidFill>
                  <a:srgbClr val="7F0055"/>
                </a:solidFill>
                <a:highlight>
                  <a:srgbClr val="FFFFFF"/>
                </a:highlight>
              </a:rPr>
              <a:t>double</a:t>
            </a:r>
            <a:r>
              <a:rPr lang="en" sz="2200">
                <a:highlight>
                  <a:srgbClr val="FFFFFF"/>
                </a:highlight>
              </a:rPr>
              <a:t> </a:t>
            </a:r>
            <a:r>
              <a:rPr lang="en" sz="2200">
                <a:solidFill>
                  <a:srgbClr val="6A3E3E"/>
                </a:solidFill>
                <a:highlight>
                  <a:srgbClr val="FFFFFF"/>
                </a:highlight>
              </a:rPr>
              <a:t>finalGrade</a:t>
            </a:r>
            <a:r>
              <a:rPr lang="en" sz="2200">
                <a:highlight>
                  <a:srgbClr val="FFFFFF"/>
                </a:highlight>
              </a:rPr>
              <a:t>)</a:t>
            </a:r>
            <a:endParaRPr sz="2200">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endParaRPr sz="2200">
              <a:highlight>
                <a:srgbClr val="FFFFFF"/>
              </a:highlight>
            </a:endParaRPr>
          </a:p>
          <a:p>
            <a:pPr indent="0" lvl="0" marL="25400" rtl="0" algn="l">
              <a:lnSpc>
                <a:spcPct val="115000"/>
              </a:lnSpc>
              <a:spcBef>
                <a:spcPts val="0"/>
              </a:spcBef>
              <a:spcAft>
                <a:spcPts val="0"/>
              </a:spcAft>
              <a:buNone/>
            </a:pPr>
            <a:r>
              <a:rPr lang="en" sz="2200">
                <a:highlight>
                  <a:srgbClr val="FFFFFF"/>
                </a:highlight>
              </a:rPr>
              <a:t>		</a:t>
            </a:r>
            <a:r>
              <a:rPr b="1" lang="en" sz="2200">
                <a:solidFill>
                  <a:srgbClr val="7F0055"/>
                </a:solidFill>
                <a:highlight>
                  <a:srgbClr val="FFFFFF"/>
                </a:highlight>
              </a:rPr>
              <a:t>char</a:t>
            </a:r>
            <a:r>
              <a:rPr lang="en" sz="2200">
                <a:highlight>
                  <a:srgbClr val="FFFFFF"/>
                </a:highlight>
              </a:rPr>
              <a:t> </a:t>
            </a:r>
            <a:r>
              <a:rPr lang="en" sz="2200">
                <a:solidFill>
                  <a:srgbClr val="6A3E3E"/>
                </a:solidFill>
                <a:highlight>
                  <a:srgbClr val="FFFFFF"/>
                </a:highlight>
              </a:rPr>
              <a:t>letterGrade</a:t>
            </a:r>
            <a:r>
              <a:rPr lang="en" sz="2200">
                <a:highlight>
                  <a:srgbClr val="FFFFFF"/>
                </a:highlight>
              </a:rPr>
              <a:t> = </a:t>
            </a:r>
            <a:r>
              <a:rPr lang="en" sz="2200">
                <a:solidFill>
                  <a:srgbClr val="2A00FF"/>
                </a:solidFill>
                <a:highlight>
                  <a:srgbClr val="FFFFFF"/>
                </a:highlight>
              </a:rPr>
              <a:t>' '</a:t>
            </a:r>
            <a:r>
              <a:rPr lang="en" sz="2200">
                <a:highlight>
                  <a:srgbClr val="FFFFFF"/>
                </a:highlight>
              </a:rPr>
              <a:t>;</a:t>
            </a:r>
            <a:endParaRPr sz="2200">
              <a:highlight>
                <a:srgbClr val="FFFFFF"/>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8"/>
          <p:cNvSpPr txBox="1"/>
          <p:nvPr>
            <p:ph type="title"/>
          </p:nvPr>
        </p:nvSpPr>
        <p:spPr>
          <a:xfrm>
            <a:off x="353375" y="78400"/>
            <a:ext cx="545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Keyboard Shortcuts </a:t>
            </a:r>
            <a:endParaRPr sz="2700"/>
          </a:p>
        </p:txBody>
      </p:sp>
      <p:graphicFrame>
        <p:nvGraphicFramePr>
          <p:cNvPr id="464" name="Google Shape;464;p28"/>
          <p:cNvGraphicFramePr/>
          <p:nvPr/>
        </p:nvGraphicFramePr>
        <p:xfrm>
          <a:off x="237238" y="651100"/>
          <a:ext cx="3000000" cy="3000000"/>
        </p:xfrm>
        <a:graphic>
          <a:graphicData uri="http://schemas.openxmlformats.org/drawingml/2006/table">
            <a:tbl>
              <a:tblPr>
                <a:noFill/>
                <a:tableStyleId>{FA822A1E-EE62-43D2-BB62-B2D6D24E9E2A}</a:tableStyleId>
              </a:tblPr>
              <a:tblGrid>
                <a:gridCol w="3160875"/>
                <a:gridCol w="2756675"/>
                <a:gridCol w="2525525"/>
              </a:tblGrid>
              <a:tr h="247650">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Action</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Mac</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Lexend"/>
                          <a:ea typeface="Lexend"/>
                          <a:cs typeface="Lexend"/>
                          <a:sym typeface="Lexend"/>
                        </a:rPr>
                        <a:t>Windows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Run Program</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765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Debug Program</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F11</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Format Code</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Organize Imports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Search / Find</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F</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Find in Project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H</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H</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Open Type (Class)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T</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Open Resource (File)</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Shift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Rename Variable/Method/Class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Alt + ⌘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Alt + Shift + R</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Switch Tabs</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Option + → / ←</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PageDown / PageUp</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Close Tab</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W</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W</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Undo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66700">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Redo</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 + ⇧ + Z</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solidFill>
                            <a:schemeClr val="dk1"/>
                          </a:solidFill>
                          <a:latin typeface="Lexend"/>
                          <a:ea typeface="Lexend"/>
                          <a:cs typeface="Lexend"/>
                          <a:sym typeface="Lexend"/>
                        </a:rPr>
                        <a:t>Ctrl + Y</a:t>
                      </a:r>
                      <a:endParaRPr b="1">
                        <a:solidFill>
                          <a:schemeClr val="dk1"/>
                        </a:solidFill>
                        <a:latin typeface="Lexend"/>
                        <a:ea typeface="Lexend"/>
                        <a:cs typeface="Lexend"/>
                        <a:sym typeface="Lexend"/>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9"/>
          <p:cNvSpPr txBox="1"/>
          <p:nvPr>
            <p:ph type="title"/>
          </p:nvPr>
        </p:nvSpPr>
        <p:spPr>
          <a:xfrm>
            <a:off x="293550" y="95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Support</a:t>
            </a:r>
            <a:endParaRPr/>
          </a:p>
        </p:txBody>
      </p:sp>
      <p:sp>
        <p:nvSpPr>
          <p:cNvPr id="470" name="Google Shape;470;p29"/>
          <p:cNvSpPr txBox="1"/>
          <p:nvPr>
            <p:ph idx="1" type="body"/>
          </p:nvPr>
        </p:nvSpPr>
        <p:spPr>
          <a:xfrm>
            <a:off x="293550" y="668425"/>
            <a:ext cx="5563800" cy="41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navigate to the file in your system explorer </a:t>
            </a:r>
            <a:endParaRPr/>
          </a:p>
          <a:p>
            <a:pPr indent="-317500" lvl="0" marL="457200" rtl="0" algn="l">
              <a:spcBef>
                <a:spcPts val="0"/>
              </a:spcBef>
              <a:spcAft>
                <a:spcPts val="0"/>
              </a:spcAft>
              <a:buSzPts val="1400"/>
              <a:buChar char="●"/>
            </a:pPr>
            <a:r>
              <a:rPr lang="en"/>
              <a:t> right click the file then go to Show In -&gt; System Explorer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a:t>
            </a:r>
            <a:r>
              <a:rPr lang="en"/>
              <a:t>Eclipse Resources</a:t>
            </a:r>
            <a:endParaRPr/>
          </a:p>
          <a:p>
            <a:pPr indent="-317500" lvl="0" marL="457200" rtl="0" algn="l">
              <a:spcBef>
                <a:spcPts val="0"/>
              </a:spcBef>
              <a:spcAft>
                <a:spcPts val="0"/>
              </a:spcAft>
              <a:buClr>
                <a:srgbClr val="00FFFF"/>
              </a:buClr>
              <a:buSzPts val="1400"/>
              <a:buChar char="●"/>
            </a:pPr>
            <a:r>
              <a:rPr lang="en" u="sng">
                <a:solidFill>
                  <a:srgbClr val="00FFFF"/>
                </a:solidFill>
                <a:hlinkClick r:id="rId3">
                  <a:extLst>
                    <a:ext uri="{A12FA001-AC4F-418D-AE19-62706E023703}">
                      <ahyp:hlinkClr val="tx"/>
                    </a:ext>
                  </a:extLst>
                </a:hlinkClick>
              </a:rPr>
              <a:t>Java Debugging with Eclipse - Tutorial</a:t>
            </a:r>
            <a:r>
              <a:rPr lang="en">
                <a:solidFill>
                  <a:srgbClr val="00FFFF"/>
                </a:solidFill>
              </a:rPr>
              <a:t> </a:t>
            </a:r>
            <a:endParaRPr>
              <a:solidFill>
                <a:srgbClr val="00FFFF"/>
              </a:solidFill>
            </a:endParaRPr>
          </a:p>
          <a:p>
            <a:pPr indent="-317500" lvl="0" marL="457200" rtl="0" algn="l">
              <a:spcBef>
                <a:spcPts val="0"/>
              </a:spcBef>
              <a:spcAft>
                <a:spcPts val="0"/>
              </a:spcAft>
              <a:buClr>
                <a:srgbClr val="00FFFF"/>
              </a:buClr>
              <a:buSzPts val="1400"/>
              <a:buChar char="●"/>
            </a:pPr>
            <a:r>
              <a:rPr lang="en" u="sng">
                <a:solidFill>
                  <a:srgbClr val="00FFFF"/>
                </a:solidFill>
                <a:hlinkClick r:id="rId4">
                  <a:extLst>
                    <a:ext uri="{A12FA001-AC4F-418D-AE19-62706E023703}">
                      <ahyp:hlinkClr val="tx"/>
                    </a:ext>
                  </a:extLst>
                </a:hlinkClick>
              </a:rPr>
              <a:t>Eclipse Help</a:t>
            </a:r>
            <a:r>
              <a:rPr lang="en">
                <a:solidFill>
                  <a:srgbClr val="00FFFF"/>
                </a:solidFill>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71" name="Google Shape;471;p29"/>
          <p:cNvPicPr preferRelativeResize="0"/>
          <p:nvPr/>
        </p:nvPicPr>
        <p:blipFill>
          <a:blip r:embed="rId5">
            <a:alphaModFix/>
          </a:blip>
          <a:stretch>
            <a:fillRect/>
          </a:stretch>
        </p:blipFill>
        <p:spPr>
          <a:xfrm>
            <a:off x="5986750" y="291025"/>
            <a:ext cx="2987625" cy="1718900"/>
          </a:xfrm>
          <a:prstGeom prst="rect">
            <a:avLst/>
          </a:prstGeom>
          <a:noFill/>
          <a:ln>
            <a:noFill/>
          </a:ln>
        </p:spPr>
      </p:pic>
      <p:pic>
        <p:nvPicPr>
          <p:cNvPr id="472" name="Google Shape;472;p29"/>
          <p:cNvPicPr preferRelativeResize="0"/>
          <p:nvPr/>
        </p:nvPicPr>
        <p:blipFill rotWithShape="1">
          <a:blip r:embed="rId6">
            <a:alphaModFix/>
          </a:blip>
          <a:srcRect b="21117" l="0" r="0" t="0"/>
          <a:stretch/>
        </p:blipFill>
        <p:spPr>
          <a:xfrm>
            <a:off x="5706925" y="2268750"/>
            <a:ext cx="3186650" cy="26276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Java Programming Workshop by Slidesgo">
  <a:themeElements>
    <a:clrScheme name="Simple Light">
      <a:dk1>
        <a:srgbClr val="FAFAFA"/>
      </a:dk1>
      <a:lt1>
        <a:srgbClr val="0E0E0E"/>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